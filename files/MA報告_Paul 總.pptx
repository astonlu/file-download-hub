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2.xml" ContentType="application/vnd.openxmlformats-officedocument.them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3.xml" ContentType="application/vnd.openxmlformats-officedocument.them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slideLayouts/slideLayout147.xml" ContentType="application/vnd.openxmlformats-officedocument.presentationml.slideLayout+xml"/>
  <Override PartName="/ppt/theme/theme4.xml" ContentType="application/vnd.openxmlformats-officedocument.theme+xml"/>
  <Override PartName="/ppt/tags/tag154.xml" ContentType="application/vnd.openxmlformats-officedocument.presentationml.tags+xml"/>
  <Override PartName="/ppt/tags/tag155.xml" ContentType="application/vnd.openxmlformats-officedocument.presentationml.tags+xml"/>
  <Override PartName="/ppt/slideLayouts/slideLayout148.xml" ContentType="application/vnd.openxmlformats-officedocument.presentationml.slideLayout+xml"/>
  <Override PartName="/ppt/theme/theme5.xml" ContentType="application/vnd.openxmlformats-officedocument.theme+xml"/>
  <Override PartName="/ppt/tags/tag156.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 id="2147485192" r:id="rId5"/>
    <p:sldMasterId id="2147485264" r:id="rId6"/>
    <p:sldMasterId id="2147485276" r:id="rId7"/>
    <p:sldMasterId id="2147485274" r:id="rId8"/>
  </p:sldMasterIdLst>
  <p:notesMasterIdLst>
    <p:notesMasterId r:id="rId15"/>
  </p:notesMasterIdLst>
  <p:handoutMasterIdLst>
    <p:handoutMasterId r:id="rId16"/>
  </p:handoutMasterIdLst>
  <p:sldIdLst>
    <p:sldId id="2147473319" r:id="rId9"/>
    <p:sldId id="2147483104" r:id="rId10"/>
    <p:sldId id="2147473333" r:id="rId11"/>
    <p:sldId id="2147473334" r:id="rId12"/>
    <p:sldId id="2147473335" r:id="rId13"/>
    <p:sldId id="2147483107" r:id="rId14"/>
  </p:sldIdLst>
  <p:sldSz cx="12192000" cy="6858000"/>
  <p:notesSz cx="6950075" cy="9236075"/>
  <p:custShowLst>
    <p:custShow name="Format Guide Workshop" id="0">
      <p:sldLst/>
    </p:custShow>
  </p:custShow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344" userDrawn="1">
          <p15:clr>
            <a:srgbClr val="A4A3A4"/>
          </p15:clr>
        </p15:guide>
        <p15:guide id="4"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8289"/>
    <a:srgbClr val="217C58"/>
    <a:srgbClr val="F19135"/>
    <a:srgbClr val="1F497D"/>
    <a:srgbClr val="4BACC6"/>
    <a:srgbClr val="C7D9F1"/>
    <a:srgbClr val="558ED5"/>
    <a:srgbClr val="10253F"/>
    <a:srgbClr val="000000"/>
    <a:srgbClr val="D0C7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F3C885-DDA0-B3DA-70E4-7DBEBCA61188}" v="12" dt="2026-09-08T00:44:18.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137" autoAdjust="0"/>
  </p:normalViewPr>
  <p:slideViewPr>
    <p:cSldViewPr snapToGrid="0" showGuides="1">
      <p:cViewPr varScale="1">
        <p:scale>
          <a:sx n="112" d="100"/>
          <a:sy n="112" d="100"/>
        </p:scale>
        <p:origin x="1160" y="192"/>
      </p:cViewPr>
      <p:guideLst>
        <p:guide orient="horz" pos="1344"/>
        <p:guide pos="3840"/>
      </p:guideLst>
    </p:cSldViewPr>
  </p:slideViewPr>
  <p:notesTextViewPr>
    <p:cViewPr>
      <p:scale>
        <a:sx n="1" d="1"/>
        <a:sy n="1" d="1"/>
      </p:scale>
      <p:origin x="0" y="0"/>
    </p:cViewPr>
  </p:notesTextViewPr>
  <p:sorterViewPr>
    <p:cViewPr>
      <p:scale>
        <a:sx n="150" d="100"/>
        <a:sy n="150" d="100"/>
      </p:scale>
      <p:origin x="0" y="-54"/>
    </p:cViewPr>
  </p:sorterViewPr>
  <p:notesViewPr>
    <p:cSldViewPr snapToGrid="0" showGuides="1">
      <p:cViewPr varScale="1">
        <p:scale>
          <a:sx n="92" d="100"/>
          <a:sy n="92" d="100"/>
        </p:scale>
        <p:origin x="387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9/8/26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9/8/26</a:t>
            </a:fld>
            <a:endParaRPr lang="en-US"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6.jp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7.png"/><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3.png"/><Relationship Id="rId4" Type="http://schemas.openxmlformats.org/officeDocument/2006/relationships/image" Target="../media/image1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3.png"/><Relationship Id="rId4" Type="http://schemas.openxmlformats.org/officeDocument/2006/relationships/image" Target="../media/image14.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3.png"/><Relationship Id="rId4" Type="http://schemas.openxmlformats.org/officeDocument/2006/relationships/image" Target="../media/image15.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3.png"/><Relationship Id="rId4" Type="http://schemas.openxmlformats.org/officeDocument/2006/relationships/image" Target="../media/image16.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3.png"/><Relationship Id="rId4" Type="http://schemas.openxmlformats.org/officeDocument/2006/relationships/image" Target="../media/image17.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0.xml"/><Relationship Id="rId5" Type="http://schemas.openxmlformats.org/officeDocument/2006/relationships/image" Target="../media/image19.png"/><Relationship Id="rId4" Type="http://schemas.openxmlformats.org/officeDocument/2006/relationships/image" Target="../media/image18.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5" Type="http://schemas.openxmlformats.org/officeDocument/2006/relationships/image" Target="../media/image21.png"/><Relationship Id="rId4" Type="http://schemas.openxmlformats.org/officeDocument/2006/relationships/image" Target="../media/image20.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image" Target="../media/image23.png"/><Relationship Id="rId4" Type="http://schemas.openxmlformats.org/officeDocument/2006/relationships/image" Target="../media/image2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21.png"/><Relationship Id="rId4" Type="http://schemas.openxmlformats.org/officeDocument/2006/relationships/image" Target="../media/image24.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19.png"/><Relationship Id="rId4" Type="http://schemas.openxmlformats.org/officeDocument/2006/relationships/image" Target="../media/image25.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21.png"/><Relationship Id="rId4" Type="http://schemas.openxmlformats.org/officeDocument/2006/relationships/image" Target="../media/image26.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19.png"/><Relationship Id="rId4" Type="http://schemas.openxmlformats.org/officeDocument/2006/relationships/image" Target="../media/image27.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7.xml"/><Relationship Id="rId5" Type="http://schemas.openxmlformats.org/officeDocument/2006/relationships/image" Target="../media/image21.png"/><Relationship Id="rId4" Type="http://schemas.openxmlformats.org/officeDocument/2006/relationships/image" Target="../media/image28.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9.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30.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1.png"/><Relationship Id="rId4" Type="http://schemas.openxmlformats.org/officeDocument/2006/relationships/image" Target="../media/image2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32.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4.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emf"/><Relationship Id="rId5" Type="http://schemas.openxmlformats.org/officeDocument/2006/relationships/oleObject" Target="../embeddings/oleObject25.bin"/><Relationship Id="rId4"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26.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eg"/></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33.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34.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35.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36.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37.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44.xml"/><Relationship Id="rId5" Type="http://schemas.openxmlformats.org/officeDocument/2006/relationships/image" Target="../media/image3.png"/><Relationship Id="rId4" Type="http://schemas.openxmlformats.org/officeDocument/2006/relationships/image" Target="../media/image38.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45.xml"/><Relationship Id="rId5" Type="http://schemas.openxmlformats.org/officeDocument/2006/relationships/image" Target="../media/image3.png"/><Relationship Id="rId4" Type="http://schemas.openxmlformats.org/officeDocument/2006/relationships/image" Target="../media/image39.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46.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40.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47.xml"/><Relationship Id="rId5" Type="http://schemas.openxmlformats.org/officeDocument/2006/relationships/image" Target="../media/image3.png"/><Relationship Id="rId4" Type="http://schemas.openxmlformats.org/officeDocument/2006/relationships/image" Target="../media/image4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48.xml"/><Relationship Id="rId5" Type="http://schemas.openxmlformats.org/officeDocument/2006/relationships/image" Target="../media/image3.png"/><Relationship Id="rId4" Type="http://schemas.openxmlformats.org/officeDocument/2006/relationships/image" Target="../media/image42.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9.xml"/><Relationship Id="rId5" Type="http://schemas.openxmlformats.org/officeDocument/2006/relationships/image" Target="../media/image3.png"/><Relationship Id="rId4" Type="http://schemas.openxmlformats.org/officeDocument/2006/relationships/image" Target="../media/image4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50.xml"/><Relationship Id="rId5" Type="http://schemas.openxmlformats.org/officeDocument/2006/relationships/image" Target="../media/image19.png"/><Relationship Id="rId4" Type="http://schemas.openxmlformats.org/officeDocument/2006/relationships/image" Target="../media/image22.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51.xml"/><Relationship Id="rId5" Type="http://schemas.openxmlformats.org/officeDocument/2006/relationships/image" Target="../media/image21.png"/><Relationship Id="rId4" Type="http://schemas.openxmlformats.org/officeDocument/2006/relationships/image" Target="../media/image44.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52.xml"/><Relationship Id="rId5" Type="http://schemas.openxmlformats.org/officeDocument/2006/relationships/image" Target="../media/image23.png"/><Relationship Id="rId4" Type="http://schemas.openxmlformats.org/officeDocument/2006/relationships/image" Target="../media/image45.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53.xml"/><Relationship Id="rId5" Type="http://schemas.openxmlformats.org/officeDocument/2006/relationships/image" Target="../media/image21.png"/><Relationship Id="rId4" Type="http://schemas.openxmlformats.org/officeDocument/2006/relationships/image" Target="../media/image46.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54.xml"/><Relationship Id="rId5" Type="http://schemas.openxmlformats.org/officeDocument/2006/relationships/image" Target="../media/image19.png"/><Relationship Id="rId4" Type="http://schemas.openxmlformats.org/officeDocument/2006/relationships/image" Target="../media/image47.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55.xml"/><Relationship Id="rId5" Type="http://schemas.openxmlformats.org/officeDocument/2006/relationships/image" Target="../media/image21.png"/><Relationship Id="rId4" Type="http://schemas.openxmlformats.org/officeDocument/2006/relationships/image" Target="../media/image48.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56.xml"/><Relationship Id="rId5" Type="http://schemas.openxmlformats.org/officeDocument/2006/relationships/image" Target="../media/image19.png"/><Relationship Id="rId4" Type="http://schemas.openxmlformats.org/officeDocument/2006/relationships/image" Target="../media/image49.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1.xml"/><Relationship Id="rId1" Type="http://schemas.openxmlformats.org/officeDocument/2006/relationships/tags" Target="../tags/tag57.xml"/><Relationship Id="rId5" Type="http://schemas.openxmlformats.org/officeDocument/2006/relationships/image" Target="../media/image21.png"/><Relationship Id="rId4" Type="http://schemas.openxmlformats.org/officeDocument/2006/relationships/image" Target="../media/image50.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xml"/><Relationship Id="rId1" Type="http://schemas.openxmlformats.org/officeDocument/2006/relationships/tags" Target="../tags/tag58.xml"/><Relationship Id="rId4" Type="http://schemas.openxmlformats.org/officeDocument/2006/relationships/image" Target="../media/image5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xml"/><Relationship Id="rId1" Type="http://schemas.openxmlformats.org/officeDocument/2006/relationships/tags" Target="../tags/tag59.xml"/><Relationship Id="rId4" Type="http://schemas.openxmlformats.org/officeDocument/2006/relationships/image" Target="../media/image5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60.xml"/><Relationship Id="rId5" Type="http://schemas.openxmlformats.org/officeDocument/2006/relationships/image" Target="../media/image31.png"/><Relationship Id="rId4" Type="http://schemas.openxmlformats.org/officeDocument/2006/relationships/image" Target="../media/image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1.xml"/><Relationship Id="rId1" Type="http://schemas.openxmlformats.org/officeDocument/2006/relationships/tags" Target="../tags/tag61.xml"/><Relationship Id="rId4" Type="http://schemas.openxmlformats.org/officeDocument/2006/relationships/image" Target="../media/image53.emf"/></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4.jpe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2.emf"/><Relationship Id="rId5" Type="http://schemas.openxmlformats.org/officeDocument/2006/relationships/oleObject" Target="../embeddings/oleObject48.bin"/><Relationship Id="rId4"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1.xml"/><Relationship Id="rId1" Type="http://schemas.openxmlformats.org/officeDocument/2006/relationships/tags" Target="../tags/tag67.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xml"/><Relationship Id="rId1" Type="http://schemas.openxmlformats.org/officeDocument/2006/relationships/tags" Target="../tags/tag6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xml"/><Relationship Id="rId1" Type="http://schemas.openxmlformats.org/officeDocument/2006/relationships/tags" Target="../tags/tag69.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xml"/><Relationship Id="rId1" Type="http://schemas.openxmlformats.org/officeDocument/2006/relationships/tags" Target="../tags/tag73.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xml"/><Relationship Id="rId1" Type="http://schemas.openxmlformats.org/officeDocument/2006/relationships/tags" Target="../tags/tag74.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xml"/><Relationship Id="rId1" Type="http://schemas.openxmlformats.org/officeDocument/2006/relationships/tags" Target="../tags/tag75.xml"/><Relationship Id="rId5" Type="http://schemas.openxmlformats.org/officeDocument/2006/relationships/image" Target="../media/image19.png"/><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9.xml"/><Relationship Id="rId7" Type="http://schemas.openxmlformats.org/officeDocument/2006/relationships/image" Target="../media/image2.emf"/><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oleObject" Target="../embeddings/oleObject2.bin"/><Relationship Id="rId5" Type="http://schemas.openxmlformats.org/officeDocument/2006/relationships/slideMaster" Target="../slideMasters/slideMaster2.xml"/><Relationship Id="rId4" Type="http://schemas.openxmlformats.org/officeDocument/2006/relationships/tags" Target="../tags/tag80.xml"/><Relationship Id="rId9" Type="http://schemas.openxmlformats.org/officeDocument/2006/relationships/image" Target="../media/image4.jpeg"/></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2.xml"/><Relationship Id="rId1" Type="http://schemas.openxmlformats.org/officeDocument/2006/relationships/tags" Target="../tags/tag81.xml"/><Relationship Id="rId4" Type="http://schemas.openxmlformats.org/officeDocument/2006/relationships/image" Target="../media/image54.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2.xml"/><Relationship Id="rId1" Type="http://schemas.openxmlformats.org/officeDocument/2006/relationships/tags" Target="../tags/tag82.xml"/><Relationship Id="rId4" Type="http://schemas.openxmlformats.org/officeDocument/2006/relationships/image" Target="../media/image55.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2.xml"/><Relationship Id="rId1" Type="http://schemas.openxmlformats.org/officeDocument/2006/relationships/tags" Target="../tags/tag83.xml"/><Relationship Id="rId4" Type="http://schemas.openxmlformats.org/officeDocument/2006/relationships/image" Target="../media/image56.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2.xml"/><Relationship Id="rId1" Type="http://schemas.openxmlformats.org/officeDocument/2006/relationships/tags" Target="../tags/tag84.xml"/><Relationship Id="rId4" Type="http://schemas.openxmlformats.org/officeDocument/2006/relationships/image" Target="../media/image57.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2.xml"/><Relationship Id="rId1" Type="http://schemas.openxmlformats.org/officeDocument/2006/relationships/tags" Target="../tags/tag85.xml"/><Relationship Id="rId4" Type="http://schemas.openxmlformats.org/officeDocument/2006/relationships/image" Target="../media/image58.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2.xml"/><Relationship Id="rId1" Type="http://schemas.openxmlformats.org/officeDocument/2006/relationships/tags" Target="../tags/tag86.xml"/><Relationship Id="rId5" Type="http://schemas.openxmlformats.org/officeDocument/2006/relationships/image" Target="../media/image3.png"/><Relationship Id="rId4" Type="http://schemas.openxmlformats.org/officeDocument/2006/relationships/image" Target="../media/image59.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2.xml"/><Relationship Id="rId1" Type="http://schemas.openxmlformats.org/officeDocument/2006/relationships/tags" Target="../tags/tag87.xml"/><Relationship Id="rId5" Type="http://schemas.openxmlformats.org/officeDocument/2006/relationships/image" Target="../media/image3.png"/><Relationship Id="rId4" Type="http://schemas.openxmlformats.org/officeDocument/2006/relationships/image" Target="../media/image60.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2.xml"/><Relationship Id="rId1" Type="http://schemas.openxmlformats.org/officeDocument/2006/relationships/tags" Target="../tags/tag88.xml"/><Relationship Id="rId5" Type="http://schemas.openxmlformats.org/officeDocument/2006/relationships/image" Target="../media/image3.png"/><Relationship Id="rId4" Type="http://schemas.openxmlformats.org/officeDocument/2006/relationships/image" Target="../media/image61.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2.xml"/><Relationship Id="rId1" Type="http://schemas.openxmlformats.org/officeDocument/2006/relationships/tags" Target="../tags/tag89.xml"/><Relationship Id="rId5" Type="http://schemas.openxmlformats.org/officeDocument/2006/relationships/image" Target="../media/image3.png"/><Relationship Id="rId4" Type="http://schemas.openxmlformats.org/officeDocument/2006/relationships/image" Target="../media/image62.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2.xml"/><Relationship Id="rId1" Type="http://schemas.openxmlformats.org/officeDocument/2006/relationships/tags" Target="../tags/tag90.xml"/><Relationship Id="rId5" Type="http://schemas.openxmlformats.org/officeDocument/2006/relationships/image" Target="../media/image3.png"/><Relationship Id="rId4" Type="http://schemas.openxmlformats.org/officeDocument/2006/relationships/image" Target="../media/image63.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2.xml"/><Relationship Id="rId1" Type="http://schemas.openxmlformats.org/officeDocument/2006/relationships/tags" Target="../tags/tag91.xml"/><Relationship Id="rId5" Type="http://schemas.openxmlformats.org/officeDocument/2006/relationships/image" Target="../media/image19.png"/><Relationship Id="rId4" Type="http://schemas.openxmlformats.org/officeDocument/2006/relationships/image" Target="../media/image64.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2.xml"/><Relationship Id="rId1" Type="http://schemas.openxmlformats.org/officeDocument/2006/relationships/tags" Target="../tags/tag92.xml"/><Relationship Id="rId5" Type="http://schemas.openxmlformats.org/officeDocument/2006/relationships/image" Target="../media/image21.png"/><Relationship Id="rId4" Type="http://schemas.openxmlformats.org/officeDocument/2006/relationships/image" Target="../media/image65.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93.xml"/><Relationship Id="rId5" Type="http://schemas.openxmlformats.org/officeDocument/2006/relationships/image" Target="../media/image23.png"/><Relationship Id="rId4" Type="http://schemas.openxmlformats.org/officeDocument/2006/relationships/image" Target="../media/image22.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2.xml"/><Relationship Id="rId1" Type="http://schemas.openxmlformats.org/officeDocument/2006/relationships/tags" Target="../tags/tag94.xml"/><Relationship Id="rId5" Type="http://schemas.openxmlformats.org/officeDocument/2006/relationships/image" Target="../media/image21.png"/><Relationship Id="rId4" Type="http://schemas.openxmlformats.org/officeDocument/2006/relationships/image" Target="../media/image66.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2.xml"/><Relationship Id="rId1" Type="http://schemas.openxmlformats.org/officeDocument/2006/relationships/tags" Target="../tags/tag95.xml"/><Relationship Id="rId5" Type="http://schemas.openxmlformats.org/officeDocument/2006/relationships/image" Target="../media/image19.png"/><Relationship Id="rId4" Type="http://schemas.openxmlformats.org/officeDocument/2006/relationships/image" Target="../media/image67.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2.xml"/><Relationship Id="rId1" Type="http://schemas.openxmlformats.org/officeDocument/2006/relationships/tags" Target="../tags/tag96.xml"/><Relationship Id="rId5" Type="http://schemas.openxmlformats.org/officeDocument/2006/relationships/image" Target="../media/image21.png"/><Relationship Id="rId4" Type="http://schemas.openxmlformats.org/officeDocument/2006/relationships/image" Target="../media/image68.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2.xml"/><Relationship Id="rId1" Type="http://schemas.openxmlformats.org/officeDocument/2006/relationships/tags" Target="../tags/tag97.xml"/><Relationship Id="rId5" Type="http://schemas.openxmlformats.org/officeDocument/2006/relationships/image" Target="../media/image19.png"/><Relationship Id="rId4" Type="http://schemas.openxmlformats.org/officeDocument/2006/relationships/image" Target="../media/image69.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2.xml"/><Relationship Id="rId1" Type="http://schemas.openxmlformats.org/officeDocument/2006/relationships/tags" Target="../tags/tag98.xml"/><Relationship Id="rId5" Type="http://schemas.openxmlformats.org/officeDocument/2006/relationships/image" Target="../media/image21.png"/><Relationship Id="rId4" Type="http://schemas.openxmlformats.org/officeDocument/2006/relationships/image" Target="../media/image70.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Master" Target="../slideMasters/slideMaster2.xml"/><Relationship Id="rId1" Type="http://schemas.openxmlformats.org/officeDocument/2006/relationships/tags" Target="../tags/tag99.xml"/><Relationship Id="rId4" Type="http://schemas.openxmlformats.org/officeDocument/2006/relationships/image" Target="../media/image71.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Master" Target="../slideMasters/slideMaster2.xml"/><Relationship Id="rId1" Type="http://schemas.openxmlformats.org/officeDocument/2006/relationships/tags" Target="../tags/tag100.xml"/><Relationship Id="rId4" Type="http://schemas.openxmlformats.org/officeDocument/2006/relationships/image" Target="../media/image72.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01.xml"/><Relationship Id="rId5" Type="http://schemas.openxmlformats.org/officeDocument/2006/relationships/image" Target="../media/image31.png"/><Relationship Id="rId4" Type="http://schemas.openxmlformats.org/officeDocument/2006/relationships/image" Target="../media/image22.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Master" Target="../slideMasters/slideMaster2.xml"/><Relationship Id="rId1" Type="http://schemas.openxmlformats.org/officeDocument/2006/relationships/tags" Target="../tags/tag102.xml"/><Relationship Id="rId4" Type="http://schemas.openxmlformats.org/officeDocument/2006/relationships/image" Target="../media/image73.emf"/></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4.jpe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2.emf"/><Relationship Id="rId5" Type="http://schemas.openxmlformats.org/officeDocument/2006/relationships/oleObject" Target="../embeddings/oleObject25.bin"/><Relationship Id="rId4"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08.xml"/><Relationship Id="rId7" Type="http://schemas.openxmlformats.org/officeDocument/2006/relationships/image" Target="../media/image2.emf"/><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oleObject" Target="../embeddings/oleObject26.bin"/><Relationship Id="rId5" Type="http://schemas.openxmlformats.org/officeDocument/2006/relationships/slideMaster" Target="../slideMasters/slideMaster2.xml"/><Relationship Id="rId4" Type="http://schemas.openxmlformats.org/officeDocument/2006/relationships/tags" Target="../tags/tag109.xml"/><Relationship Id="rId9" Type="http://schemas.openxmlformats.org/officeDocument/2006/relationships/image" Target="../media/image4.jpeg"/></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Master" Target="../slideMasters/slideMaster2.xml"/><Relationship Id="rId1" Type="http://schemas.openxmlformats.org/officeDocument/2006/relationships/tags" Target="../tags/tag110.xml"/><Relationship Id="rId4" Type="http://schemas.openxmlformats.org/officeDocument/2006/relationships/image" Target="../media/image74.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Master" Target="../slideMasters/slideMaster2.xml"/><Relationship Id="rId1" Type="http://schemas.openxmlformats.org/officeDocument/2006/relationships/tags" Target="../tags/tag111.xml"/><Relationship Id="rId4" Type="http://schemas.openxmlformats.org/officeDocument/2006/relationships/image" Target="../media/image75.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Master" Target="../slideMasters/slideMaster2.xml"/><Relationship Id="rId1" Type="http://schemas.openxmlformats.org/officeDocument/2006/relationships/tags" Target="../tags/tag112.xml"/><Relationship Id="rId4" Type="http://schemas.openxmlformats.org/officeDocument/2006/relationships/image" Target="../media/image76.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2.xml"/><Relationship Id="rId1" Type="http://schemas.openxmlformats.org/officeDocument/2006/relationships/tags" Target="../tags/tag113.xml"/><Relationship Id="rId4" Type="http://schemas.openxmlformats.org/officeDocument/2006/relationships/image" Target="../media/image77.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Master" Target="../slideMasters/slideMaster2.xml"/><Relationship Id="rId1" Type="http://schemas.openxmlformats.org/officeDocument/2006/relationships/tags" Target="../tags/tag114.xml"/><Relationship Id="rId4" Type="http://schemas.openxmlformats.org/officeDocument/2006/relationships/image" Target="../media/image78.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Master" Target="../slideMasters/slideMaster2.xml"/><Relationship Id="rId1" Type="http://schemas.openxmlformats.org/officeDocument/2006/relationships/tags" Target="../tags/tag115.xml"/><Relationship Id="rId5" Type="http://schemas.openxmlformats.org/officeDocument/2006/relationships/image" Target="../media/image3.png"/><Relationship Id="rId4" Type="http://schemas.openxmlformats.org/officeDocument/2006/relationships/image" Target="../media/image79.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Master" Target="../slideMasters/slideMaster2.xml"/><Relationship Id="rId1" Type="http://schemas.openxmlformats.org/officeDocument/2006/relationships/tags" Target="../tags/tag116.xml"/><Relationship Id="rId5" Type="http://schemas.openxmlformats.org/officeDocument/2006/relationships/image" Target="../media/image3.png"/><Relationship Id="rId4" Type="http://schemas.openxmlformats.org/officeDocument/2006/relationships/image" Target="../media/image80.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Master" Target="../slideMasters/slideMaster2.xml"/><Relationship Id="rId1" Type="http://schemas.openxmlformats.org/officeDocument/2006/relationships/tags" Target="../tags/tag117.xml"/><Relationship Id="rId5" Type="http://schemas.openxmlformats.org/officeDocument/2006/relationships/image" Target="../media/image3.png"/><Relationship Id="rId4" Type="http://schemas.openxmlformats.org/officeDocument/2006/relationships/image" Target="../media/image81.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Master" Target="../slideMasters/slideMaster2.xml"/><Relationship Id="rId1" Type="http://schemas.openxmlformats.org/officeDocument/2006/relationships/tags" Target="../tags/tag118.xml"/><Relationship Id="rId5" Type="http://schemas.openxmlformats.org/officeDocument/2006/relationships/image" Target="../media/image3.png"/><Relationship Id="rId4" Type="http://schemas.openxmlformats.org/officeDocument/2006/relationships/image" Target="../media/image82.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Master" Target="../slideMasters/slideMaster2.xml"/><Relationship Id="rId1" Type="http://schemas.openxmlformats.org/officeDocument/2006/relationships/tags" Target="../tags/tag119.xml"/><Relationship Id="rId5" Type="http://schemas.openxmlformats.org/officeDocument/2006/relationships/image" Target="../media/image3.png"/><Relationship Id="rId4" Type="http://schemas.openxmlformats.org/officeDocument/2006/relationships/image" Target="../media/image83.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2.xml"/><Relationship Id="rId1" Type="http://schemas.openxmlformats.org/officeDocument/2006/relationships/tags" Target="../tags/tag120.xml"/><Relationship Id="rId5" Type="http://schemas.openxmlformats.org/officeDocument/2006/relationships/image" Target="../media/image3.png"/><Relationship Id="rId4" Type="http://schemas.openxmlformats.org/officeDocument/2006/relationships/image" Target="../media/image84.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21.xml"/><Relationship Id="rId5" Type="http://schemas.openxmlformats.org/officeDocument/2006/relationships/image" Target="../media/image19.png"/><Relationship Id="rId4" Type="http://schemas.openxmlformats.org/officeDocument/2006/relationships/image" Target="../media/image22.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Master" Target="../slideMasters/slideMaster2.xml"/><Relationship Id="rId1" Type="http://schemas.openxmlformats.org/officeDocument/2006/relationships/tags" Target="../tags/tag122.xml"/><Relationship Id="rId5" Type="http://schemas.openxmlformats.org/officeDocument/2006/relationships/image" Target="../media/image21.png"/><Relationship Id="rId4" Type="http://schemas.openxmlformats.org/officeDocument/2006/relationships/image" Target="../media/image85.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Master" Target="../slideMasters/slideMaster2.xml"/><Relationship Id="rId1" Type="http://schemas.openxmlformats.org/officeDocument/2006/relationships/tags" Target="../tags/tag123.xml"/><Relationship Id="rId5" Type="http://schemas.openxmlformats.org/officeDocument/2006/relationships/image" Target="../media/image23.png"/><Relationship Id="rId4" Type="http://schemas.openxmlformats.org/officeDocument/2006/relationships/image" Target="../media/image86.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2.xml"/><Relationship Id="rId1" Type="http://schemas.openxmlformats.org/officeDocument/2006/relationships/tags" Target="../tags/tag124.xml"/><Relationship Id="rId5" Type="http://schemas.openxmlformats.org/officeDocument/2006/relationships/image" Target="../media/image21.png"/><Relationship Id="rId4" Type="http://schemas.openxmlformats.org/officeDocument/2006/relationships/image" Target="../media/image87.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Master" Target="../slideMasters/slideMaster2.xml"/><Relationship Id="rId1" Type="http://schemas.openxmlformats.org/officeDocument/2006/relationships/tags" Target="../tags/tag125.xml"/><Relationship Id="rId5" Type="http://schemas.openxmlformats.org/officeDocument/2006/relationships/image" Target="../media/image19.png"/><Relationship Id="rId4" Type="http://schemas.openxmlformats.org/officeDocument/2006/relationships/image" Target="../media/image88.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Master" Target="../slideMasters/slideMaster2.xml"/><Relationship Id="rId1" Type="http://schemas.openxmlformats.org/officeDocument/2006/relationships/tags" Target="../tags/tag126.xml"/><Relationship Id="rId5" Type="http://schemas.openxmlformats.org/officeDocument/2006/relationships/image" Target="../media/image21.png"/><Relationship Id="rId4" Type="http://schemas.openxmlformats.org/officeDocument/2006/relationships/image" Target="../media/image89.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Master" Target="../slideMasters/slideMaster2.xml"/><Relationship Id="rId1" Type="http://schemas.openxmlformats.org/officeDocument/2006/relationships/tags" Target="../tags/tag127.xml"/><Relationship Id="rId5" Type="http://schemas.openxmlformats.org/officeDocument/2006/relationships/image" Target="../media/image19.png"/><Relationship Id="rId4" Type="http://schemas.openxmlformats.org/officeDocument/2006/relationships/image" Target="../media/image90.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2.xml"/><Relationship Id="rId1" Type="http://schemas.openxmlformats.org/officeDocument/2006/relationships/tags" Target="../tags/tag128.xml"/><Relationship Id="rId5" Type="http://schemas.openxmlformats.org/officeDocument/2006/relationships/image" Target="../media/image21.png"/><Relationship Id="rId4" Type="http://schemas.openxmlformats.org/officeDocument/2006/relationships/image" Target="../media/image9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2.xml"/><Relationship Id="rId1" Type="http://schemas.openxmlformats.org/officeDocument/2006/relationships/tags" Target="../tags/tag129.xml"/><Relationship Id="rId4" Type="http://schemas.openxmlformats.org/officeDocument/2006/relationships/image" Target="../media/image92.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Master" Target="../slideMasters/slideMaster2.xml"/><Relationship Id="rId1" Type="http://schemas.openxmlformats.org/officeDocument/2006/relationships/tags" Target="../tags/tag130.xml"/><Relationship Id="rId4" Type="http://schemas.openxmlformats.org/officeDocument/2006/relationships/image" Target="../media/image93.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31.xml"/><Relationship Id="rId5" Type="http://schemas.openxmlformats.org/officeDocument/2006/relationships/image" Target="../media/image31.png"/><Relationship Id="rId4" Type="http://schemas.openxmlformats.org/officeDocument/2006/relationships/image" Target="../media/image2.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Master" Target="../slideMasters/slideMaster2.xml"/><Relationship Id="rId1" Type="http://schemas.openxmlformats.org/officeDocument/2006/relationships/tags" Target="../tags/tag132.xml"/><Relationship Id="rId4" Type="http://schemas.openxmlformats.org/officeDocument/2006/relationships/image" Target="../media/image94.emf"/></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tags" Target="../tags/tag135.xml"/><Relationship Id="rId7" Type="http://schemas.openxmlformats.org/officeDocument/2006/relationships/image" Target="../media/image4.jpeg"/><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image" Target="../media/image2.emf"/><Relationship Id="rId5" Type="http://schemas.openxmlformats.org/officeDocument/2006/relationships/oleObject" Target="../embeddings/oleObject48.bin"/><Relationship Id="rId4"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2.xml"/><Relationship Id="rId1" Type="http://schemas.openxmlformats.org/officeDocument/2006/relationships/tags" Target="../tags/tag138.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2.xml"/><Relationship Id="rId1" Type="http://schemas.openxmlformats.org/officeDocument/2006/relationships/tags" Target="../tags/tag139.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2.xml"/><Relationship Id="rId1" Type="http://schemas.openxmlformats.org/officeDocument/2006/relationships/tags" Target="../tags/tag14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2.xml"/><Relationship Id="rId1" Type="http://schemas.openxmlformats.org/officeDocument/2006/relationships/tags" Target="../tags/tag143.xml"/><Relationship Id="rId4" Type="http://schemas.openxmlformats.org/officeDocument/2006/relationships/image" Target="../media/image1.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2.xml"/><Relationship Id="rId1" Type="http://schemas.openxmlformats.org/officeDocument/2006/relationships/tags" Target="../tags/tag144.xml"/><Relationship Id="rId4" Type="http://schemas.openxmlformats.org/officeDocument/2006/relationships/image" Target="../media/image1.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2.xml"/><Relationship Id="rId1" Type="http://schemas.openxmlformats.org/officeDocument/2006/relationships/tags" Target="../tags/tag14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2.xml"/><Relationship Id="rId1" Type="http://schemas.openxmlformats.org/officeDocument/2006/relationships/tags" Target="../tags/tag146.xml"/><Relationship Id="rId5" Type="http://schemas.openxmlformats.org/officeDocument/2006/relationships/image" Target="../media/image19.png"/><Relationship Id="rId4" Type="http://schemas.openxmlformats.org/officeDocument/2006/relationships/image" Target="../media/image1.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Master" Target="../slideMasters/slideMaster3.xml"/><Relationship Id="rId1" Type="http://schemas.openxmlformats.org/officeDocument/2006/relationships/tags" Target="../tags/tag148.xml"/><Relationship Id="rId4" Type="http://schemas.openxmlformats.org/officeDocument/2006/relationships/image" Target="../media/image97.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3.xml"/><Relationship Id="rId1" Type="http://schemas.openxmlformats.org/officeDocument/2006/relationships/tags" Target="../tags/tag149.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emf"/></Relationships>
</file>

<file path=ppt/slideLayouts/_rels/slideLayout140.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Master" Target="../slideMasters/slideMaster3.xml"/><Relationship Id="rId1" Type="http://schemas.openxmlformats.org/officeDocument/2006/relationships/tags" Target="../tags/tag150.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emf"/></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Master" Target="../slideMasters/slideMaster3.xml"/><Relationship Id="rId1" Type="http://schemas.openxmlformats.org/officeDocument/2006/relationships/tags" Target="../tags/tag151.xml"/><Relationship Id="rId6" Type="http://schemas.openxmlformats.org/officeDocument/2006/relationships/image" Target="../media/image100.png"/><Relationship Id="rId5" Type="http://schemas.openxmlformats.org/officeDocument/2006/relationships/image" Target="../media/image101.png"/><Relationship Id="rId4" Type="http://schemas.openxmlformats.org/officeDocument/2006/relationships/image" Target="../media/image98.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Master" Target="../slideMasters/slideMaster3.xml"/><Relationship Id="rId1" Type="http://schemas.openxmlformats.org/officeDocument/2006/relationships/tags" Target="../tags/tag152.xml"/><Relationship Id="rId6" Type="http://schemas.openxmlformats.org/officeDocument/2006/relationships/image" Target="../media/image100.png"/><Relationship Id="rId5" Type="http://schemas.openxmlformats.org/officeDocument/2006/relationships/image" Target="../media/image102.png"/><Relationship Id="rId4" Type="http://schemas.openxmlformats.org/officeDocument/2006/relationships/image" Target="../media/image98.emf"/></Relationships>
</file>

<file path=ppt/slideLayouts/_rels/slideLayout143.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Master" Target="../slideMasters/slideMaster3.xml"/><Relationship Id="rId1" Type="http://schemas.openxmlformats.org/officeDocument/2006/relationships/tags" Target="../tags/tag153.xml"/><Relationship Id="rId5" Type="http://schemas.openxmlformats.org/officeDocument/2006/relationships/image" Target="../media/image104.png"/><Relationship Id="rId4" Type="http://schemas.openxmlformats.org/officeDocument/2006/relationships/image" Target="../media/image103.emf"/></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e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5.jpeg"/><Relationship Id="rId1" Type="http://schemas.openxmlformats.org/officeDocument/2006/relationships/slideMaster" Target="../slideMasters/slideMaster3.xml"/><Relationship Id="rId5" Type="http://schemas.openxmlformats.org/officeDocument/2006/relationships/image" Target="../media/image109.png"/><Relationship Id="rId4" Type="http://schemas.openxmlformats.org/officeDocument/2006/relationships/image" Target="../media/image108.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Master" Target="../slideMasters/slideMaster4.xml"/><Relationship Id="rId1" Type="http://schemas.openxmlformats.org/officeDocument/2006/relationships/tags" Target="../tags/tag155.xml"/><Relationship Id="rId4" Type="http://schemas.openxmlformats.org/officeDocument/2006/relationships/image" Target="../media/image113.emf"/></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 imgW="384" imgH="384" progId="TCLayout.ActiveDocument.1">
                  <p:embed/>
                </p:oleObj>
              </mc:Choice>
              <mc:Fallback>
                <p:oleObj name="think-cell 幻灯片"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vert="horz" rIns="0"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9FBDE6D-554B-4790-73E7-E0B1B6E0F202}"/>
              </a:ext>
            </a:extLst>
          </p:cNvPr>
          <p:cNvGraphicFramePr>
            <a:graphicFrameLocks/>
          </p:cNvGraphicFramePr>
          <p:nvPr userDrawn="1">
            <p:custDataLst>
              <p:tags r:id="rId1"/>
            </p:custDataLst>
            <p:extLst>
              <p:ext uri="{D42A27DB-BD31-4B8C-83A1-F6EECF244321}">
                <p14:modId xmlns:p14="http://schemas.microsoft.com/office/powerpoint/2010/main" val="13832439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29FBDE6D-554B-4790-73E7-E0B1B6E0F20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4" name="bg object 17">
            <a:extLst>
              <a:ext uri="{FF2B5EF4-FFF2-40B4-BE49-F238E27FC236}">
                <a16:creationId xmlns:a16="http://schemas.microsoft.com/office/drawing/2014/main" id="{D660BE6F-AFCC-6C3D-E321-2A8EF4B1937D}"/>
              </a:ext>
            </a:extLst>
          </p:cNvPr>
          <p:cNvPicPr/>
          <p:nvPr userDrawn="1"/>
        </p:nvPicPr>
        <p:blipFill>
          <a:blip r:embed="rId5" cstate="print"/>
          <a:stretch>
            <a:fillRect/>
          </a:stretch>
        </p:blipFill>
        <p:spPr>
          <a:xfrm>
            <a:off x="0" y="0"/>
            <a:ext cx="12192000" cy="6860285"/>
          </a:xfrm>
          <a:prstGeom prst="rect">
            <a:avLst/>
          </a:prstGeom>
        </p:spPr>
      </p:pic>
      <p:sp>
        <p:nvSpPr>
          <p:cNvPr id="6" name="矩形 5">
            <a:extLst>
              <a:ext uri="{FF2B5EF4-FFF2-40B4-BE49-F238E27FC236}">
                <a16:creationId xmlns:a16="http://schemas.microsoft.com/office/drawing/2014/main" id="{262E1F5A-D39C-4E66-57F2-A9C71C9DD0F3}"/>
              </a:ext>
            </a:extLst>
          </p:cNvPr>
          <p:cNvSpPr/>
          <p:nvPr userDrawn="1"/>
        </p:nvSpPr>
        <p:spPr>
          <a:xfrm>
            <a:off x="613186" y="537882"/>
            <a:ext cx="4442908" cy="1398494"/>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TW" altLang="en-US" sz="1200" dirty="0">
              <a:solidFill>
                <a:srgbClr val="FFFFFF"/>
              </a:solidFill>
            </a:endParaRPr>
          </a:p>
        </p:txBody>
      </p:sp>
      <p:sp>
        <p:nvSpPr>
          <p:cNvPr id="7" name="Subtitle 2">
            <a:extLst>
              <a:ext uri="{FF2B5EF4-FFF2-40B4-BE49-F238E27FC236}">
                <a16:creationId xmlns:a16="http://schemas.microsoft.com/office/drawing/2014/main" id="{223DBD25-1EA4-E4B0-2CF7-170ECE43C61C}"/>
              </a:ext>
            </a:extLst>
          </p:cNvPr>
          <p:cNvSpPr>
            <a:spLocks noGrp="1"/>
          </p:cNvSpPr>
          <p:nvPr>
            <p:ph type="subTitle" idx="1" hasCustomPrompt="1"/>
          </p:nvPr>
        </p:nvSpPr>
        <p:spPr bwMode="white">
          <a:xfrm>
            <a:off x="613186" y="4222649"/>
            <a:ext cx="6868800" cy="436195"/>
          </a:xfrm>
          <a:prstGeom prst="rect">
            <a:avLst/>
          </a:prstGeom>
        </p:spPr>
        <p:txBody>
          <a:bodyPr anchor="ctr"/>
          <a:lstStyle>
            <a:lvl1pPr marL="0" indent="0" algn="l">
              <a:lnSpc>
                <a:spcPct val="110000"/>
              </a:lnSpc>
              <a:buNone/>
              <a:defRPr sz="1600" baseline="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8" name="Title 1">
            <a:extLst>
              <a:ext uri="{FF2B5EF4-FFF2-40B4-BE49-F238E27FC236}">
                <a16:creationId xmlns:a16="http://schemas.microsoft.com/office/drawing/2014/main" id="{44737ABD-FA03-A163-4AA0-2AB26F8967A6}"/>
              </a:ext>
            </a:extLst>
          </p:cNvPr>
          <p:cNvSpPr>
            <a:spLocks noGrp="1"/>
          </p:cNvSpPr>
          <p:nvPr>
            <p:ph type="ctrTitle" hasCustomPrompt="1"/>
          </p:nvPr>
        </p:nvSpPr>
        <p:spPr bwMode="ltGray">
          <a:xfrm>
            <a:off x="613186" y="2786231"/>
            <a:ext cx="6868800" cy="965377"/>
          </a:xfrm>
          <a:prstGeom prst="rect">
            <a:avLst/>
          </a:prstGeom>
        </p:spPr>
        <p:txBody>
          <a:bodyPr vert="horz" rIns="0" anchor="b">
            <a:normAutofit/>
          </a:bodyPr>
          <a:lstStyle>
            <a:lvl1pPr algn="l">
              <a:lnSpc>
                <a:spcPct val="93000"/>
              </a:lnSpc>
              <a:defRPr sz="5400" baseline="0">
                <a:solidFill>
                  <a:schemeClr val="tx2"/>
                </a:solidFill>
                <a:latin typeface="+mj-lt"/>
                <a:sym typeface="Trebuchet MS" panose="020B0603020202020204" pitchFamily="34" charset="0"/>
              </a:defRPr>
            </a:lvl1pPr>
          </a:lstStyle>
          <a:p>
            <a:r>
              <a:rPr lang="en-US"/>
              <a:t>Title in Title Case</a:t>
            </a:r>
          </a:p>
        </p:txBody>
      </p:sp>
    </p:spTree>
    <p:extLst>
      <p:ext uri="{BB962C8B-B14F-4D97-AF65-F5344CB8AC3E}">
        <p14:creationId xmlns:p14="http://schemas.microsoft.com/office/powerpoint/2010/main" val="25935382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9FBDE6D-554B-4790-73E7-E0B1B6E0F202}"/>
              </a:ext>
            </a:extLst>
          </p:cNvPr>
          <p:cNvGraphicFramePr>
            <a:graphicFrameLocks/>
          </p:cNvGraphicFramePr>
          <p:nvPr userDrawn="1">
            <p:custDataLst>
              <p:tags r:id="rId1"/>
            </p:custDataLst>
            <p:extLst>
              <p:ext uri="{D42A27DB-BD31-4B8C-83A1-F6EECF244321}">
                <p14:modId xmlns:p14="http://schemas.microsoft.com/office/powerpoint/2010/main" val="13832439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29FBDE6D-554B-4790-73E7-E0B1B6E0F20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p:cNvSpPr>
            <a:spLocks noGrp="1"/>
          </p:cNvSpPr>
          <p:nvPr>
            <p:ph type="title" hasCustomPrompt="1"/>
          </p:nvPr>
        </p:nvSpPr>
        <p:spPr>
          <a:xfrm>
            <a:off x="629400" y="571382"/>
            <a:ext cx="10933200" cy="304699"/>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200" b="0" i="0" u="none" kern="1200" spc="0">
                <a:solidFill>
                  <a:schemeClr val="tx2"/>
                </a:solidFill>
                <a:latin typeface="+mj-lt"/>
                <a:sym typeface="Trebuchet MS" panose="020B0603020202020204" pitchFamily="34" charset="0"/>
              </a:defRPr>
            </a:lvl1pPr>
          </a:lstStyle>
          <a:p>
            <a:pPr lvl="0"/>
            <a:r>
              <a:rPr lang="en-US"/>
              <a:t>Click to add title</a:t>
            </a:r>
          </a:p>
        </p:txBody>
      </p:sp>
      <p:sp>
        <p:nvSpPr>
          <p:cNvPr id="3" name="文字方塊 2">
            <a:extLst>
              <a:ext uri="{FF2B5EF4-FFF2-40B4-BE49-F238E27FC236}">
                <a16:creationId xmlns:a16="http://schemas.microsoft.com/office/drawing/2014/main" id="{A10C0C9E-8619-7208-31DF-C15A2F13D5EB}"/>
              </a:ext>
            </a:extLst>
          </p:cNvPr>
          <p:cNvSpPr txBox="1"/>
          <p:nvPr userDrawn="1"/>
        </p:nvSpPr>
        <p:spPr>
          <a:xfrm>
            <a:off x="11340790" y="6345044"/>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zh-TW" altLang="en-US" dirty="0" err="1">
              <a:solidFill>
                <a:srgbClr val="575757"/>
              </a:solidFill>
            </a:endParaRPr>
          </a:p>
        </p:txBody>
      </p:sp>
    </p:spTree>
    <p:extLst>
      <p:ext uri="{BB962C8B-B14F-4D97-AF65-F5344CB8AC3E}">
        <p14:creationId xmlns:p14="http://schemas.microsoft.com/office/powerpoint/2010/main" val="28818006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Only">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9FBDE6D-554B-4790-73E7-E0B1B6E0F202}"/>
              </a:ext>
            </a:extLst>
          </p:cNvPr>
          <p:cNvGraphicFramePr>
            <a:graphicFrameLocks/>
          </p:cNvGraphicFramePr>
          <p:nvPr userDrawn="1">
            <p:custDataLst>
              <p:tags r:id="rId1"/>
            </p:custDataLst>
            <p:extLst>
              <p:ext uri="{D42A27DB-BD31-4B8C-83A1-F6EECF244321}">
                <p14:modId xmlns:p14="http://schemas.microsoft.com/office/powerpoint/2010/main" val="13832439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29FBDE6D-554B-4790-73E7-E0B1B6E0F20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p:cNvSpPr>
            <a:spLocks noGrp="1"/>
          </p:cNvSpPr>
          <p:nvPr>
            <p:ph type="title" hasCustomPrompt="1"/>
          </p:nvPr>
        </p:nvSpPr>
        <p:spPr>
          <a:xfrm>
            <a:off x="630000" y="622800"/>
            <a:ext cx="10933200" cy="332399"/>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3" name="Picture 4" descr="國泰世華銀行- 國立政治大學商學院學生事務與校友服務辦公室OSAAS">
            <a:extLst>
              <a:ext uri="{FF2B5EF4-FFF2-40B4-BE49-F238E27FC236}">
                <a16:creationId xmlns:a16="http://schemas.microsoft.com/office/drawing/2014/main" id="{DE917766-7501-720B-63F7-B221F9DBF3B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58182" y="6242944"/>
            <a:ext cx="1851531" cy="478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3955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0C51C51-43A2-7016-E2D0-570C58AC61C2}"/>
              </a:ext>
            </a:extLst>
          </p:cNvPr>
          <p:cNvGraphicFramePr>
            <a:graphicFrameLocks noChangeAspect="1"/>
          </p:cNvGraphicFramePr>
          <p:nvPr userDrawn="1">
            <p:custDataLst>
              <p:tags r:id="rId1"/>
            </p:custDataLst>
            <p:extLst>
              <p:ext uri="{D42A27DB-BD31-4B8C-83A1-F6EECF244321}">
                <p14:modId xmlns:p14="http://schemas.microsoft.com/office/powerpoint/2010/main" val="73615932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C0C51C51-43A2-7016-E2D0-570C58AC61C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fld id="{7F209574-7FDB-CD4C-90E8-CA5D520F3E28}" type="datetime1">
              <a:rPr lang="zh-TW" altLang="en-US" smtClean="0"/>
              <a:t>2026/9/8</a:t>
            </a:fld>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74067A3-77C0-9FD7-1A03-84CCD216CDF4}"/>
              </a:ext>
            </a:extLst>
          </p:cNvPr>
          <p:cNvGraphicFramePr>
            <a:graphicFrameLocks noChangeAspect="1"/>
          </p:cNvGraphicFramePr>
          <p:nvPr userDrawn="1">
            <p:custDataLst>
              <p:tags r:id="rId1"/>
            </p:custDataLst>
            <p:extLst>
              <p:ext uri="{D42A27DB-BD31-4B8C-83A1-F6EECF244321}">
                <p14:modId xmlns:p14="http://schemas.microsoft.com/office/powerpoint/2010/main" val="406598734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674067A3-77C0-9FD7-1A03-84CCD216CDF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vert="horz" rIns="0">
            <a:spAutoFit/>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E6006C5-E7CB-0425-D0F8-777B2C8254D4}"/>
              </a:ext>
            </a:extLst>
          </p:cNvPr>
          <p:cNvGraphicFramePr>
            <a:graphicFrameLocks noChangeAspect="1"/>
          </p:cNvGraphicFramePr>
          <p:nvPr userDrawn="1">
            <p:custDataLst>
              <p:tags r:id="rId1"/>
            </p:custDataLst>
            <p:extLst>
              <p:ext uri="{D42A27DB-BD31-4B8C-83A1-F6EECF244321}">
                <p14:modId xmlns:p14="http://schemas.microsoft.com/office/powerpoint/2010/main" val="36716936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CE6006C5-E7CB-0425-D0F8-777B2C8254D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fld id="{EFEBFFB6-27A5-BF46-AC53-8261A49D43EA}" type="datetime1">
              <a:rPr lang="zh-TW" altLang="en-US" smtClean="0"/>
              <a:t>2026/9/8</a:t>
            </a:fld>
            <a:endParaRPr lang="en-US"/>
          </a:p>
        </p:txBody>
      </p:sp>
      <p:sp>
        <p:nvSpPr>
          <p:cNvPr id="9" name="Title 1"/>
          <p:cNvSpPr>
            <a:spLocks noGrp="1"/>
          </p:cNvSpPr>
          <p:nvPr>
            <p:ph type="title" hasCustomPrompt="1"/>
          </p:nvPr>
        </p:nvSpPr>
        <p:spPr bwMode="ltGray">
          <a:xfrm>
            <a:off x="630000" y="1544274"/>
            <a:ext cx="3452400" cy="1495794"/>
          </a:xfrm>
          <a:noFill/>
        </p:spPr>
        <p:txBody>
          <a:bodyPr vert="horz"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F4AB166-E083-5917-1B9F-ABA224E719A1}"/>
              </a:ext>
            </a:extLst>
          </p:cNvPr>
          <p:cNvGraphicFramePr>
            <a:graphicFrameLocks noChangeAspect="1"/>
          </p:cNvGraphicFramePr>
          <p:nvPr userDrawn="1">
            <p:custDataLst>
              <p:tags r:id="rId1"/>
            </p:custDataLst>
            <p:extLst>
              <p:ext uri="{D42A27DB-BD31-4B8C-83A1-F6EECF244321}">
                <p14:modId xmlns:p14="http://schemas.microsoft.com/office/powerpoint/2010/main" val="41206892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5" name="think-cell data - do not delete" hidden="1">
                        <a:extLst>
                          <a:ext uri="{FF2B5EF4-FFF2-40B4-BE49-F238E27FC236}">
                            <a16:creationId xmlns:a16="http://schemas.microsoft.com/office/drawing/2014/main" id="{BF4AB166-E083-5917-1B9F-ABA224E719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vert="horz"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E9B72C9E-FD23-DF4C-ADC3-6941CFB6A299}" type="datetime1">
              <a:rPr lang="zh-TW" altLang="en-US" smtClean="0"/>
              <a:t>2026/9/8</a:t>
            </a:fld>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F1BBC6D-9957-E631-CC1B-5B94F1104211}"/>
              </a:ext>
            </a:extLst>
          </p:cNvPr>
          <p:cNvGraphicFramePr>
            <a:graphicFrameLocks/>
          </p:cNvGraphicFramePr>
          <p:nvPr userDrawn="1">
            <p:custDataLst>
              <p:tags r:id="rId1"/>
            </p:custDataLst>
            <p:extLst>
              <p:ext uri="{D42A27DB-BD31-4B8C-83A1-F6EECF244321}">
                <p14:modId xmlns:p14="http://schemas.microsoft.com/office/powerpoint/2010/main" val="34910432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DF1BBC6D-9957-E631-CC1B-5B94F110421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14135BC2-0335-064E-8806-CC8700B3D1F4}" type="datetime1">
              <a:rPr lang="zh-TW" altLang="en-US" smtClean="0"/>
              <a:t>2026/9/8</a:t>
            </a:fld>
            <a:endParaRPr lang="en-US"/>
          </a:p>
        </p:txBody>
      </p:sp>
      <p:sp>
        <p:nvSpPr>
          <p:cNvPr id="147" name="Title 1"/>
          <p:cNvSpPr>
            <a:spLocks noGrp="1"/>
          </p:cNvSpPr>
          <p:nvPr>
            <p:ph type="title" hasCustomPrompt="1"/>
          </p:nvPr>
        </p:nvSpPr>
        <p:spPr bwMode="blackWhite">
          <a:xfrm>
            <a:off x="630000" y="3826800"/>
            <a:ext cx="10936800" cy="2041200"/>
          </a:xfrm>
        </p:spPr>
        <p:txBody>
          <a:bodyPr vert="horz" rIns="0"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EB44559-7FC0-2D7A-1845-7270F4C9A1F9}"/>
              </a:ext>
            </a:extLst>
          </p:cNvPr>
          <p:cNvGraphicFramePr>
            <a:graphicFrameLocks noChangeAspect="1"/>
          </p:cNvGraphicFramePr>
          <p:nvPr userDrawn="1">
            <p:custDataLst>
              <p:tags r:id="rId1"/>
            </p:custDataLst>
            <p:extLst>
              <p:ext uri="{D42A27DB-BD31-4B8C-83A1-F6EECF244321}">
                <p14:modId xmlns:p14="http://schemas.microsoft.com/office/powerpoint/2010/main" val="33318069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FEB44559-7FC0-2D7A-1845-7270F4C9A1F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48FAA842-ABA2-D74F-926C-F5DCD15DAB91}" type="datetime1">
              <a:rPr lang="zh-TW" altLang="en-US" smtClean="0"/>
              <a:t>2026/9/8</a:t>
            </a:fld>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550DA65-9958-EE82-2551-A37B06C4DBB8}"/>
              </a:ext>
            </a:extLst>
          </p:cNvPr>
          <p:cNvGraphicFramePr>
            <a:graphicFrameLocks noChangeAspect="1"/>
          </p:cNvGraphicFramePr>
          <p:nvPr userDrawn="1">
            <p:custDataLst>
              <p:tags r:id="rId1"/>
            </p:custDataLst>
            <p:extLst>
              <p:ext uri="{D42A27DB-BD31-4B8C-83A1-F6EECF244321}">
                <p14:modId xmlns:p14="http://schemas.microsoft.com/office/powerpoint/2010/main" val="1846857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2550DA65-9958-EE82-2551-A37B06C4DBB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007E7D14-CEC4-D24D-A357-895AA52BB8AF}" type="datetime1">
              <a:rPr lang="zh-TW" altLang="en-US" smtClean="0"/>
              <a:t>2026/9/8</a:t>
            </a:fld>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BD0D4D2-4FF9-A1A4-AE6D-ED88BE8E5772}"/>
              </a:ext>
            </a:extLst>
          </p:cNvPr>
          <p:cNvGraphicFramePr>
            <a:graphicFrameLocks noChangeAspect="1"/>
          </p:cNvGraphicFramePr>
          <p:nvPr userDrawn="1">
            <p:custDataLst>
              <p:tags r:id="rId1"/>
            </p:custDataLst>
            <p:extLst>
              <p:ext uri="{D42A27DB-BD31-4B8C-83A1-F6EECF244321}">
                <p14:modId xmlns:p14="http://schemas.microsoft.com/office/powerpoint/2010/main" val="2202108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6BD0D4D2-4FF9-A1A4-AE6D-ED88BE8E577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7ED0780B-210A-C348-A624-58884CA2F0F8}" type="datetime1">
              <a:rPr lang="zh-TW" altLang="en-US" smtClean="0"/>
              <a:t>2026/9/8</a:t>
            </a:fld>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584E1D1-4A9F-3FAB-ABCD-9FA1D3203B6E}"/>
              </a:ext>
            </a:extLst>
          </p:cNvPr>
          <p:cNvGraphicFramePr>
            <a:graphicFrameLocks noChangeAspect="1"/>
          </p:cNvGraphicFramePr>
          <p:nvPr userDrawn="1">
            <p:custDataLst>
              <p:tags r:id="rId1"/>
            </p:custDataLst>
            <p:extLst>
              <p:ext uri="{D42A27DB-BD31-4B8C-83A1-F6EECF244321}">
                <p14:modId xmlns:p14="http://schemas.microsoft.com/office/powerpoint/2010/main" val="3955524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584E1D1-4A9F-3FAB-ABCD-9FA1D3203B6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vert="horz"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3162D442-B633-D646-A1C7-624B6C548AC5}" type="datetime1">
              <a:rPr lang="zh-TW" altLang="en-US" smtClean="0"/>
              <a:t>2026/9/8</a:t>
            </a:fld>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84DEC42-B53D-13A5-4BE4-D1C84281F667}"/>
              </a:ext>
            </a:extLst>
          </p:cNvPr>
          <p:cNvGraphicFramePr>
            <a:graphicFrameLocks noChangeAspect="1"/>
          </p:cNvGraphicFramePr>
          <p:nvPr userDrawn="1">
            <p:custDataLst>
              <p:tags r:id="rId1"/>
            </p:custDataLst>
            <p:extLst>
              <p:ext uri="{D42A27DB-BD31-4B8C-83A1-F6EECF244321}">
                <p14:modId xmlns:p14="http://schemas.microsoft.com/office/powerpoint/2010/main" val="3579688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A84DEC42-B53D-13A5-4BE4-D1C84281F6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CFF6B8A8-2DD1-154C-B8AC-2488A349A4C4}" type="datetime1">
              <a:rPr lang="zh-TW" altLang="en-US" smtClean="0"/>
              <a:t>2026/9/8</a:t>
            </a:fld>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vert="horz" rIns="0"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BA6686C-FD13-D9AC-292F-053F69FA7EF0}"/>
              </a:ext>
            </a:extLst>
          </p:cNvPr>
          <p:cNvGraphicFramePr>
            <a:graphicFrameLocks noChangeAspect="1"/>
          </p:cNvGraphicFramePr>
          <p:nvPr userDrawn="1">
            <p:custDataLst>
              <p:tags r:id="rId1"/>
            </p:custDataLst>
            <p:extLst>
              <p:ext uri="{D42A27DB-BD31-4B8C-83A1-F6EECF244321}">
                <p14:modId xmlns:p14="http://schemas.microsoft.com/office/powerpoint/2010/main" val="18265190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EBA6686C-FD13-D9AC-292F-053F69FA7EF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364894A4-C30E-4F4F-A6FC-DD1C37F8B673}" type="datetime1">
              <a:rPr lang="zh-TW" altLang="en-US" smtClean="0"/>
              <a:t>2026/9/8</a:t>
            </a:fld>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vert="horz" rIns="0"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DC23AC0-B46A-313D-EA13-29F3DD0669E5}"/>
              </a:ext>
            </a:extLst>
          </p:cNvPr>
          <p:cNvGraphicFramePr>
            <a:graphicFrameLocks noChangeAspect="1"/>
          </p:cNvGraphicFramePr>
          <p:nvPr userDrawn="1">
            <p:custDataLst>
              <p:tags r:id="rId1"/>
            </p:custDataLst>
            <p:extLst>
              <p:ext uri="{D42A27DB-BD31-4B8C-83A1-F6EECF244321}">
                <p14:modId xmlns:p14="http://schemas.microsoft.com/office/powerpoint/2010/main" val="7330752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4DC23AC0-B46A-313D-EA13-29F3DD0669E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vert="horz" rIns="0"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1FDBB988-9C9D-AA45-9DEF-056E3799958B}" type="datetime1">
              <a:rPr lang="zh-TW" altLang="en-US" smtClean="0"/>
              <a:t>2026/9/8</a:t>
            </a:fld>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0310DB85-C3D3-7A44-8F58-00FB70070586}" type="datetime1">
              <a:rPr lang="zh-TW" altLang="en-US" smtClean="0"/>
              <a:t>2026/9/8</a:t>
            </a:fld>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0BE67F7-4E18-8145-A67B-5F3D1418E0C3}"/>
              </a:ext>
            </a:extLst>
          </p:cNvPr>
          <p:cNvGraphicFramePr>
            <a:graphicFrameLocks noChangeAspect="1"/>
          </p:cNvGraphicFramePr>
          <p:nvPr userDrawn="1">
            <p:custDataLst>
              <p:tags r:id="rId1"/>
            </p:custDataLst>
            <p:extLst>
              <p:ext uri="{D42A27DB-BD31-4B8C-83A1-F6EECF244321}">
                <p14:modId xmlns:p14="http://schemas.microsoft.com/office/powerpoint/2010/main" val="1960439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10BE67F7-4E18-8145-A67B-5F3D1418E0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6FB1DE74-81E3-2945-96D1-2C5F54A76A7D}" type="datetime1">
              <a:rPr lang="zh-TW" altLang="en-US" smtClean="0"/>
              <a:t>2026/9/8</a:t>
            </a:fld>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5E5B92B-D2DC-A6F5-A0F9-0B21BD2BD1CE}"/>
              </a:ext>
            </a:extLst>
          </p:cNvPr>
          <p:cNvGraphicFramePr>
            <a:graphicFrameLocks noChangeAspect="1"/>
          </p:cNvGraphicFramePr>
          <p:nvPr userDrawn="1">
            <p:custDataLst>
              <p:tags r:id="rId1"/>
            </p:custDataLst>
            <p:extLst>
              <p:ext uri="{D42A27DB-BD31-4B8C-83A1-F6EECF244321}">
                <p14:modId xmlns:p14="http://schemas.microsoft.com/office/powerpoint/2010/main" val="6364978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D5E5B92B-D2DC-A6F5-A0F9-0B21BD2BD1C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C093A00D-7DDA-0F4C-B1F7-4EB5809E0FC1}" type="datetime1">
              <a:rPr lang="zh-TW" altLang="en-US" smtClean="0"/>
              <a:t>2026/9/8</a:t>
            </a:fld>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5748273-6B44-23BD-A084-11F2A6239410}"/>
              </a:ext>
            </a:extLst>
          </p:cNvPr>
          <p:cNvGraphicFramePr>
            <a:graphicFrameLocks noChangeAspect="1"/>
          </p:cNvGraphicFramePr>
          <p:nvPr userDrawn="1">
            <p:custDataLst>
              <p:tags r:id="rId1"/>
            </p:custDataLst>
            <p:extLst>
              <p:ext uri="{D42A27DB-BD31-4B8C-83A1-F6EECF244321}">
                <p14:modId xmlns:p14="http://schemas.microsoft.com/office/powerpoint/2010/main" val="21925544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5748273-6B44-23BD-A084-11F2A623941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90F646FC-B10E-E84D-82D6-01E4ABAFBBB4}" type="datetime1">
              <a:rPr lang="zh-TW" altLang="en-US" smtClean="0"/>
              <a:t>2026/9/8</a:t>
            </a:fld>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503954F-6AD1-EE68-EBF4-ED55880C527D}"/>
              </a:ext>
            </a:extLst>
          </p:cNvPr>
          <p:cNvGraphicFramePr>
            <a:graphicFrameLocks noChangeAspect="1"/>
          </p:cNvGraphicFramePr>
          <p:nvPr userDrawn="1">
            <p:custDataLst>
              <p:tags r:id="rId1"/>
            </p:custDataLst>
            <p:extLst>
              <p:ext uri="{D42A27DB-BD31-4B8C-83A1-F6EECF244321}">
                <p14:modId xmlns:p14="http://schemas.microsoft.com/office/powerpoint/2010/main" val="42752210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5503954F-6AD1-EE68-EBF4-ED55880C527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5A577618-E0D7-D241-9E34-3D4F7E978F2A}"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7C430C8-A7F5-456B-47A8-B1163AB1A778}"/>
              </a:ext>
            </a:extLst>
          </p:cNvPr>
          <p:cNvGraphicFramePr>
            <a:graphicFrameLocks noChangeAspect="1"/>
          </p:cNvGraphicFramePr>
          <p:nvPr userDrawn="1">
            <p:custDataLst>
              <p:tags r:id="rId1"/>
            </p:custDataLst>
            <p:extLst>
              <p:ext uri="{D42A27DB-BD31-4B8C-83A1-F6EECF244321}">
                <p14:modId xmlns:p14="http://schemas.microsoft.com/office/powerpoint/2010/main" val="38667662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C7C430C8-A7F5-456B-47A8-B1163AB1A77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595E00F1-CE4D-A247-9F9D-11F32618527A}" type="datetime1">
              <a:rPr lang="zh-TW" altLang="en-US" smtClean="0"/>
              <a:t>2026/9/8</a:t>
            </a:fld>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33E1B87-6724-855C-73A7-5DF012FE18E9}"/>
              </a:ext>
            </a:extLst>
          </p:cNvPr>
          <p:cNvGraphicFramePr>
            <a:graphicFrameLocks noChangeAspect="1"/>
          </p:cNvGraphicFramePr>
          <p:nvPr userDrawn="1">
            <p:custDataLst>
              <p:tags r:id="rId1"/>
            </p:custDataLst>
            <p:extLst>
              <p:ext uri="{D42A27DB-BD31-4B8C-83A1-F6EECF244321}">
                <p14:modId xmlns:p14="http://schemas.microsoft.com/office/powerpoint/2010/main" val="3641462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33E1B87-6724-855C-73A7-5DF012FE18E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911787A4-EA32-884B-8B02-D160BA4FCF13}"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4A959D8-5D28-B798-09C2-8763DB454C8A}"/>
              </a:ext>
            </a:extLst>
          </p:cNvPr>
          <p:cNvGraphicFramePr>
            <a:graphicFrameLocks noChangeAspect="1"/>
          </p:cNvGraphicFramePr>
          <p:nvPr userDrawn="1">
            <p:custDataLst>
              <p:tags r:id="rId1"/>
            </p:custDataLst>
            <p:extLst>
              <p:ext uri="{D42A27DB-BD31-4B8C-83A1-F6EECF244321}">
                <p14:modId xmlns:p14="http://schemas.microsoft.com/office/powerpoint/2010/main" val="27856179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94A959D8-5D28-B798-09C2-8763DB454C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DC670284-E8C7-7B49-B7A9-1837EABA4AA4}"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1712CA7-65A0-3007-1A1C-ECE6FE0629A4}"/>
              </a:ext>
            </a:extLst>
          </p:cNvPr>
          <p:cNvGraphicFramePr>
            <a:graphicFrameLocks noChangeAspect="1"/>
          </p:cNvGraphicFramePr>
          <p:nvPr userDrawn="1">
            <p:custDataLst>
              <p:tags r:id="rId1"/>
            </p:custDataLst>
            <p:extLst>
              <p:ext uri="{D42A27DB-BD31-4B8C-83A1-F6EECF244321}">
                <p14:modId xmlns:p14="http://schemas.microsoft.com/office/powerpoint/2010/main" val="16861117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01712CA7-65A0-3007-1A1C-ECE6FE0629A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022D3F3A-4EA2-1B40-B365-3B814EB2D4E2}"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vert="horz" rIns="0">
            <a:spAutoFit/>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A1EE31D0-10F1-CE4F-B8CB-5A9664D2E119}" type="datetime1">
              <a:rPr lang="zh-TW" altLang="en-US" smtClean="0"/>
              <a:t>2026/9/8</a:t>
            </a:fld>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F89A83E3-4870-0548-B1E8-CF25CE342897}"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6FDA0D78-25FA-934E-9745-2D190332DA45}" type="datetime1">
              <a:rPr lang="zh-TW" altLang="en-US" smtClean="0"/>
              <a:t>2026/9/8</a:t>
            </a:fld>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5" imgW="384" imgH="384" progId="TCLayout.ActiveDocument.1">
                  <p:embed/>
                </p:oleObj>
              </mc:Choice>
              <mc:Fallback>
                <p:oleObj name="think-cell 幻灯片"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2.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9E96F910-3762-3F43-86F7-662D7BE2B12E}" type="datetime1">
              <a:rPr lang="zh-TW" altLang="en-US" smtClean="0"/>
              <a:t>2026/9/8</a:t>
            </a:fld>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 imgW="384" imgH="384" progId="TCLayout.ActiveDocument.1">
                  <p:embed/>
                </p:oleObj>
              </mc:Choice>
              <mc:Fallback>
                <p:oleObj name="think-cell 幻灯片"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27" name="Title 1"/>
          <p:cNvSpPr>
            <a:spLocks noGrp="1"/>
          </p:cNvSpPr>
          <p:nvPr>
            <p:ph type="ctrTitle" hasCustomPrompt="1"/>
          </p:nvPr>
        </p:nvSpPr>
        <p:spPr bwMode="ltGray">
          <a:xfrm>
            <a:off x="1117415" y="1886242"/>
            <a:ext cx="6868800" cy="3138423"/>
          </a:xfrm>
        </p:spPr>
        <p:txBody>
          <a:bodyPr vert="horz" rIns="0"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15FA32B-F5E9-6631-8C5F-FBAEA095722F}"/>
              </a:ext>
            </a:extLst>
          </p:cNvPr>
          <p:cNvGraphicFramePr>
            <a:graphicFrameLocks/>
          </p:cNvGraphicFramePr>
          <p:nvPr userDrawn="1">
            <p:custDataLst>
              <p:tags r:id="rId1"/>
            </p:custDataLst>
            <p:extLst>
              <p:ext uri="{D42A27DB-BD31-4B8C-83A1-F6EECF244321}">
                <p14:modId xmlns:p14="http://schemas.microsoft.com/office/powerpoint/2010/main" val="719932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E15FA32B-F5E9-6631-8C5F-FBAEA095722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fld id="{44181EE2-306D-0449-9C63-D5583A566284}" type="datetime1">
              <a:rPr lang="zh-TW" altLang="en-US" smtClean="0"/>
              <a:t>2026/9/8</a:t>
            </a:fld>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vert="horz" rIns="0">
            <a:spAutoFit/>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64518CB-6BEC-04DC-30BC-0E865B1E99E6}"/>
              </a:ext>
            </a:extLst>
          </p:cNvPr>
          <p:cNvGraphicFramePr>
            <a:graphicFrameLocks/>
          </p:cNvGraphicFramePr>
          <p:nvPr userDrawn="1">
            <p:custDataLst>
              <p:tags r:id="rId1"/>
            </p:custDataLst>
            <p:extLst>
              <p:ext uri="{D42A27DB-BD31-4B8C-83A1-F6EECF244321}">
                <p14:modId xmlns:p14="http://schemas.microsoft.com/office/powerpoint/2010/main" val="20485986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A64518CB-6BEC-04DC-30BC-0E865B1E99E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vert="horz" rIns="0">
            <a:spAutoFit/>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9DD49E7-DFFF-D846-2B07-B13590621620}"/>
              </a:ext>
            </a:extLst>
          </p:cNvPr>
          <p:cNvGraphicFramePr>
            <a:graphicFrameLocks/>
          </p:cNvGraphicFramePr>
          <p:nvPr userDrawn="1">
            <p:custDataLst>
              <p:tags r:id="rId1"/>
            </p:custDataLst>
            <p:extLst>
              <p:ext uri="{D42A27DB-BD31-4B8C-83A1-F6EECF244321}">
                <p14:modId xmlns:p14="http://schemas.microsoft.com/office/powerpoint/2010/main" val="11333615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59DD49E7-DFFF-D846-2B07-B1359062162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fld id="{674E6564-2D1B-4041-9E61-4F054DA2A569}"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0" y="28171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vert="horz" rIns="0"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2997F8E-1032-FE2E-07DE-1A08B93E619A}"/>
              </a:ext>
            </a:extLst>
          </p:cNvPr>
          <p:cNvGraphicFramePr>
            <a:graphicFrameLocks/>
          </p:cNvGraphicFramePr>
          <p:nvPr userDrawn="1">
            <p:custDataLst>
              <p:tags r:id="rId1"/>
            </p:custDataLst>
            <p:extLst>
              <p:ext uri="{D42A27DB-BD31-4B8C-83A1-F6EECF244321}">
                <p14:modId xmlns:p14="http://schemas.microsoft.com/office/powerpoint/2010/main" val="396352962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42997F8E-1032-FE2E-07DE-1A08B93E619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4CFE4112-28F7-574F-BA27-F5ADA2D2E77D}" type="datetime1">
              <a:rPr lang="zh-TW" altLang="en-US" smtClean="0"/>
              <a:t>2026/9/8</a:t>
            </a:fld>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vert="horz"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47F1DC9-B890-1E4E-067F-31B3E8AB2B05}"/>
              </a:ext>
            </a:extLst>
          </p:cNvPr>
          <p:cNvGraphicFramePr>
            <a:graphicFrameLocks noChangeAspect="1"/>
          </p:cNvGraphicFramePr>
          <p:nvPr userDrawn="1">
            <p:custDataLst>
              <p:tags r:id="rId1"/>
            </p:custDataLst>
            <p:extLst>
              <p:ext uri="{D42A27DB-BD31-4B8C-83A1-F6EECF244321}">
                <p14:modId xmlns:p14="http://schemas.microsoft.com/office/powerpoint/2010/main" val="10319721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347F1DC9-B890-1E4E-067F-31B3E8AB2B0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65E74108-62D3-D84D-BF7E-709BBBC0B2A0}" type="datetime1">
              <a:rPr lang="zh-TW" altLang="en-US" smtClean="0"/>
              <a:t>2026/9/8</a:t>
            </a:fld>
            <a:endParaRPr lang="en-US"/>
          </a:p>
        </p:txBody>
      </p:sp>
      <p:sp>
        <p:nvSpPr>
          <p:cNvPr id="7" name="Title 1"/>
          <p:cNvSpPr>
            <a:spLocks noGrp="1"/>
          </p:cNvSpPr>
          <p:nvPr>
            <p:ph type="title" hasCustomPrompt="1"/>
          </p:nvPr>
        </p:nvSpPr>
        <p:spPr bwMode="blackWhite">
          <a:xfrm>
            <a:off x="630000" y="3826800"/>
            <a:ext cx="10936800" cy="2041200"/>
          </a:xfrm>
        </p:spPr>
        <p:txBody>
          <a:bodyPr vert="horz" rIns="0"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FAD3F26-BCEA-4413-F166-3BF4D88801F1}"/>
              </a:ext>
            </a:extLst>
          </p:cNvPr>
          <p:cNvGraphicFramePr>
            <a:graphicFrameLocks noChangeAspect="1"/>
          </p:cNvGraphicFramePr>
          <p:nvPr userDrawn="1">
            <p:custDataLst>
              <p:tags r:id="rId1"/>
            </p:custDataLst>
            <p:extLst>
              <p:ext uri="{D42A27DB-BD31-4B8C-83A1-F6EECF244321}">
                <p14:modId xmlns:p14="http://schemas.microsoft.com/office/powerpoint/2010/main" val="19683706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FAD3F26-BCEA-4413-F166-3BF4D88801F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AED496CA-0243-3F4C-9325-310990FF9512}" type="datetime1">
              <a:rPr lang="zh-TW" altLang="en-US" smtClean="0"/>
              <a:t>2026/9/8</a:t>
            </a:fld>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951E36C-3583-7039-FAC8-FE4B6DB1B289}"/>
              </a:ext>
            </a:extLst>
          </p:cNvPr>
          <p:cNvGraphicFramePr>
            <a:graphicFrameLocks noChangeAspect="1"/>
          </p:cNvGraphicFramePr>
          <p:nvPr userDrawn="1">
            <p:custDataLst>
              <p:tags r:id="rId1"/>
            </p:custDataLst>
            <p:extLst>
              <p:ext uri="{D42A27DB-BD31-4B8C-83A1-F6EECF244321}">
                <p14:modId xmlns:p14="http://schemas.microsoft.com/office/powerpoint/2010/main" val="319315732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5951E36C-3583-7039-FAC8-FE4B6DB1B2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5BA907CF-FCAA-B249-BBC1-E45BA6E509BD}" type="datetime1">
              <a:rPr lang="zh-TW" altLang="en-US" smtClean="0"/>
              <a:t>2026/9/8</a:t>
            </a:fld>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565E7CC-C9DD-3734-07CE-10841E3D1DCF}"/>
              </a:ext>
            </a:extLst>
          </p:cNvPr>
          <p:cNvGraphicFramePr>
            <a:graphicFrameLocks noChangeAspect="1"/>
          </p:cNvGraphicFramePr>
          <p:nvPr userDrawn="1">
            <p:custDataLst>
              <p:tags r:id="rId1"/>
            </p:custDataLst>
            <p:extLst>
              <p:ext uri="{D42A27DB-BD31-4B8C-83A1-F6EECF244321}">
                <p14:modId xmlns:p14="http://schemas.microsoft.com/office/powerpoint/2010/main" val="40640806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9565E7CC-C9DD-3734-07CE-10841E3D1DC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pic>
        <p:nvPicPr>
          <p:cNvPr id="3" name="Picture 4" descr="國泰世華銀行- 國立政治大學商學院學生事務與校友服務辦公室OSAAS">
            <a:extLst>
              <a:ext uri="{FF2B5EF4-FFF2-40B4-BE49-F238E27FC236}">
                <a16:creationId xmlns:a16="http://schemas.microsoft.com/office/drawing/2014/main" id="{9B9C139B-135D-1CB2-E357-A99604E06AED}"/>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58182" y="6242944"/>
            <a:ext cx="1851531" cy="478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F91ACD4-505E-59C0-FFA5-B3E4E1D19E84}"/>
              </a:ext>
            </a:extLst>
          </p:cNvPr>
          <p:cNvGraphicFramePr>
            <a:graphicFrameLocks noChangeAspect="1"/>
          </p:cNvGraphicFramePr>
          <p:nvPr userDrawn="1">
            <p:custDataLst>
              <p:tags r:id="rId1"/>
            </p:custDataLst>
            <p:extLst>
              <p:ext uri="{D42A27DB-BD31-4B8C-83A1-F6EECF244321}">
                <p14:modId xmlns:p14="http://schemas.microsoft.com/office/powerpoint/2010/main" val="5637035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F91ACD4-505E-59C0-FFA5-B3E4E1D19E8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18490754-DFE3-0441-8628-7330AC298E5C}" type="datetime1">
              <a:rPr lang="zh-TW" altLang="en-US" smtClean="0"/>
              <a:t>2026/9/8</a:t>
            </a:fld>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C5F4E12-C266-AADE-59A6-F04CAB6C388E}"/>
              </a:ext>
            </a:extLst>
          </p:cNvPr>
          <p:cNvGraphicFramePr>
            <a:graphicFrameLocks noChangeAspect="1"/>
          </p:cNvGraphicFramePr>
          <p:nvPr userDrawn="1">
            <p:custDataLst>
              <p:tags r:id="rId1"/>
            </p:custDataLst>
            <p:extLst>
              <p:ext uri="{D42A27DB-BD31-4B8C-83A1-F6EECF244321}">
                <p14:modId xmlns:p14="http://schemas.microsoft.com/office/powerpoint/2010/main" val="42867806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9C5F4E12-C266-AADE-59A6-F04CAB6C388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vert="horz"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208526A6-C4A8-CC40-B2AE-619BD2C99C9B}" type="datetime1">
              <a:rPr lang="zh-TW" altLang="en-US" smtClean="0"/>
              <a:t>2026/9/8</a:t>
            </a:fld>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A5B8C86-54FE-073E-9EE8-349DB9CFEA29}"/>
              </a:ext>
            </a:extLst>
          </p:cNvPr>
          <p:cNvGraphicFramePr>
            <a:graphicFrameLocks noChangeAspect="1"/>
          </p:cNvGraphicFramePr>
          <p:nvPr userDrawn="1">
            <p:custDataLst>
              <p:tags r:id="rId1"/>
            </p:custDataLst>
            <p:extLst>
              <p:ext uri="{D42A27DB-BD31-4B8C-83A1-F6EECF244321}">
                <p14:modId xmlns:p14="http://schemas.microsoft.com/office/powerpoint/2010/main" val="7398018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A5B8C86-54FE-073E-9EE8-349DB9CFEA2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518A6EC4-B26B-FF49-A7DD-202CCD26C0C8}"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vert="horz" r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98E104F3-E736-4347-9EF4-934153B2E9E4}"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vert="horz" rIns="0"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D016158-4E71-59F2-DC5F-150032D3A57F}"/>
              </a:ext>
            </a:extLst>
          </p:cNvPr>
          <p:cNvGraphicFramePr>
            <a:graphicFrameLocks noChangeAspect="1"/>
          </p:cNvGraphicFramePr>
          <p:nvPr userDrawn="1">
            <p:custDataLst>
              <p:tags r:id="rId1"/>
            </p:custDataLst>
            <p:extLst>
              <p:ext uri="{D42A27DB-BD31-4B8C-83A1-F6EECF244321}">
                <p14:modId xmlns:p14="http://schemas.microsoft.com/office/powerpoint/2010/main" val="31271576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D016158-4E71-59F2-DC5F-150032D3A57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vert="horz" rIns="0"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D0C898ED-BD44-B840-B2CE-9B9B4B8453B9}" type="datetime1">
              <a:rPr lang="zh-TW" altLang="en-US" smtClean="0"/>
              <a:t>2026/9/8</a:t>
            </a:fld>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63814AA-C8A0-AC17-0BD7-DF174FFDAB8A}"/>
              </a:ext>
            </a:extLst>
          </p:cNvPr>
          <p:cNvGraphicFramePr>
            <a:graphicFrameLocks noChangeAspect="1"/>
          </p:cNvGraphicFramePr>
          <p:nvPr userDrawn="1">
            <p:custDataLst>
              <p:tags r:id="rId1"/>
            </p:custDataLst>
            <p:extLst>
              <p:ext uri="{D42A27DB-BD31-4B8C-83A1-F6EECF244321}">
                <p14:modId xmlns:p14="http://schemas.microsoft.com/office/powerpoint/2010/main" val="2946253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163814AA-C8A0-AC17-0BD7-DF174FFDAB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1B5AC0BE-3294-DD48-B689-DF888C9142AC}" type="datetime1">
              <a:rPr lang="zh-TW" altLang="en-US" smtClean="0"/>
              <a:t>2026/9/8</a:t>
            </a:fld>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8060A3B-A10F-4AA7-BE96-8C18DBB6B0FD}"/>
              </a:ext>
            </a:extLst>
          </p:cNvPr>
          <p:cNvGraphicFramePr>
            <a:graphicFrameLocks noChangeAspect="1"/>
          </p:cNvGraphicFramePr>
          <p:nvPr userDrawn="1">
            <p:custDataLst>
              <p:tags r:id="rId1"/>
            </p:custDataLst>
            <p:extLst>
              <p:ext uri="{D42A27DB-BD31-4B8C-83A1-F6EECF244321}">
                <p14:modId xmlns:p14="http://schemas.microsoft.com/office/powerpoint/2010/main" val="15653084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98060A3B-A10F-4AA7-BE96-8C18DBB6B0F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10607401-1EBA-5944-98DA-011ED2D5044B}" type="datetime1">
              <a:rPr lang="zh-TW" altLang="en-US" smtClean="0"/>
              <a:t>2026/9/8</a:t>
            </a:fld>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742AA8-E401-9040-780F-271667A107C8}"/>
              </a:ext>
            </a:extLst>
          </p:cNvPr>
          <p:cNvGraphicFramePr>
            <a:graphicFrameLocks noChangeAspect="1"/>
          </p:cNvGraphicFramePr>
          <p:nvPr userDrawn="1">
            <p:custDataLst>
              <p:tags r:id="rId1"/>
            </p:custDataLst>
            <p:extLst>
              <p:ext uri="{D42A27DB-BD31-4B8C-83A1-F6EECF244321}">
                <p14:modId xmlns:p14="http://schemas.microsoft.com/office/powerpoint/2010/main" val="9580348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1742AA8-E401-9040-780F-271667A107C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9C26A27C-2694-B740-ABA3-763C292369D3}" type="datetime1">
              <a:rPr lang="zh-TW" altLang="en-US" smtClean="0"/>
              <a:t>2026/9/8</a:t>
            </a:fld>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4922513-0392-F43D-9423-8092A17E51BC}"/>
              </a:ext>
            </a:extLst>
          </p:cNvPr>
          <p:cNvGraphicFramePr>
            <a:graphicFrameLocks noChangeAspect="1"/>
          </p:cNvGraphicFramePr>
          <p:nvPr userDrawn="1">
            <p:custDataLst>
              <p:tags r:id="rId1"/>
            </p:custDataLst>
            <p:extLst>
              <p:ext uri="{D42A27DB-BD31-4B8C-83A1-F6EECF244321}">
                <p14:modId xmlns:p14="http://schemas.microsoft.com/office/powerpoint/2010/main" val="32002458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14922513-0392-F43D-9423-8092A17E51B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vert="horz" rIns="0">
            <a:spAutoFit/>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41CDBCEE-5746-D444-902D-84E0B1EB7CE9}" type="datetime1">
              <a:rPr lang="zh-TW" altLang="en-US" smtClean="0"/>
              <a:t>2026/9/8</a:t>
            </a:fld>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0D14A21-3A21-B553-49FD-79DCF9DCF0FB}"/>
              </a:ext>
            </a:extLst>
          </p:cNvPr>
          <p:cNvGraphicFramePr>
            <a:graphicFrameLocks/>
          </p:cNvGraphicFramePr>
          <p:nvPr userDrawn="1">
            <p:custDataLst>
              <p:tags r:id="rId1"/>
            </p:custDataLst>
            <p:extLst>
              <p:ext uri="{D42A27DB-BD31-4B8C-83A1-F6EECF244321}">
                <p14:modId xmlns:p14="http://schemas.microsoft.com/office/powerpoint/2010/main" val="38266738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A0D14A21-3A21-B553-49FD-79DCF9DCF0F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BF7C557-673B-6AEE-A74C-02C905827958}"/>
              </a:ext>
            </a:extLst>
          </p:cNvPr>
          <p:cNvGraphicFramePr>
            <a:graphicFrameLocks noChangeAspect="1"/>
          </p:cNvGraphicFramePr>
          <p:nvPr userDrawn="1">
            <p:custDataLst>
              <p:tags r:id="rId1"/>
            </p:custDataLst>
            <p:extLst>
              <p:ext uri="{D42A27DB-BD31-4B8C-83A1-F6EECF244321}">
                <p14:modId xmlns:p14="http://schemas.microsoft.com/office/powerpoint/2010/main" val="1864708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ABF7C557-673B-6AEE-A74C-02C90582795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vert="horz" rIns="0">
            <a:spAutoFit/>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4EC16D63-434D-8B46-B89E-E9E595D65857}" type="datetime1">
              <a:rPr lang="zh-TW" altLang="en-US" smtClean="0"/>
              <a:t>2026/9/8</a:t>
            </a:fld>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1F1A3C7-CCFB-D10E-A982-317E68E3DC8B}"/>
              </a:ext>
            </a:extLst>
          </p:cNvPr>
          <p:cNvGraphicFramePr>
            <a:graphicFrameLocks noChangeAspect="1"/>
          </p:cNvGraphicFramePr>
          <p:nvPr userDrawn="1">
            <p:custDataLst>
              <p:tags r:id="rId1"/>
            </p:custDataLst>
            <p:extLst>
              <p:ext uri="{D42A27DB-BD31-4B8C-83A1-F6EECF244321}">
                <p14:modId xmlns:p14="http://schemas.microsoft.com/office/powerpoint/2010/main" val="2422043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E1F1A3C7-CCFB-D10E-A982-317E68E3DC8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7D0286B6-F380-0D45-8964-0BD846A49F12}"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D591A76-C0CD-D976-1CCC-7B776D7A7062}"/>
              </a:ext>
            </a:extLst>
          </p:cNvPr>
          <p:cNvGraphicFramePr>
            <a:graphicFrameLocks noChangeAspect="1"/>
          </p:cNvGraphicFramePr>
          <p:nvPr userDrawn="1">
            <p:custDataLst>
              <p:tags r:id="rId1"/>
            </p:custDataLst>
            <p:extLst>
              <p:ext uri="{D42A27DB-BD31-4B8C-83A1-F6EECF244321}">
                <p14:modId xmlns:p14="http://schemas.microsoft.com/office/powerpoint/2010/main" val="3509878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ED591A76-C0CD-D976-1CCC-7B776D7A706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fld id="{C30BC801-9E42-654D-8D56-DDD6EFFAFBA8}"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84" imgH="384" progId="TCLayout.ActiveDocument.1">
                  <p:embed/>
                </p:oleObj>
              </mc:Choice>
              <mc:Fallback>
                <p:oleObj name="think-cell 幻灯片"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fld id="{278F17AF-79B5-1D44-AD50-AB3E20A0EA2C}" type="datetime1">
              <a:rPr lang="zh-TW" altLang="en-US" smtClean="0"/>
              <a:t>2026/9/8</a:t>
            </a:fld>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A4E2DF3-6FC2-9260-628B-22C2ADB1FE45}"/>
              </a:ext>
            </a:extLst>
          </p:cNvPr>
          <p:cNvGraphicFramePr>
            <a:graphicFrameLocks noChangeAspect="1"/>
          </p:cNvGraphicFramePr>
          <p:nvPr userDrawn="1">
            <p:custDataLst>
              <p:tags r:id="rId1"/>
            </p:custDataLst>
            <p:extLst>
              <p:ext uri="{D42A27DB-BD31-4B8C-83A1-F6EECF244321}">
                <p14:modId xmlns:p14="http://schemas.microsoft.com/office/powerpoint/2010/main" val="25277182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5A4E2DF3-6FC2-9260-628B-22C2ADB1FE4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fld id="{3A2F3D7C-3F10-5F40-B540-BEF09AB1BBA0}"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vert="horz" rIns="0">
            <a:spAutoFit/>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D91EABD8-26D3-104B-93AE-4280DEBCD0C7}" type="datetime1">
              <a:rPr lang="zh-TW" altLang="en-US" smtClean="0"/>
              <a:t>2026/9/8</a:t>
            </a:fld>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01CAAC9B-360C-AB44-8B7F-CD26FFD21B0F}"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fld id="{F64D20FC-1206-1E47-8A4A-014BF0437386}" type="datetime1">
              <a:rPr lang="zh-TW" altLang="en-US" smtClean="0"/>
              <a:t>2026/9/8</a:t>
            </a:fld>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fld id="{BDD30200-77CA-A440-92C9-BA1C5D41EC35}" type="datetime1">
              <a:rPr lang="zh-TW" altLang="en-US" smtClean="0"/>
              <a:t>2026/9/8</a:t>
            </a:fld>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5" imgW="384" imgH="384" progId="TCLayout.ActiveDocument.1">
                  <p:embed/>
                </p:oleObj>
              </mc:Choice>
              <mc:Fallback>
                <p:oleObj name="think-cell 幻灯片"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2.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B5940011-A221-A046-B7E0-C79B1046E9C1}" type="datetime1">
              <a:rPr lang="zh-TW" altLang="en-US" smtClean="0"/>
              <a:t>2026/9/8</a:t>
            </a:fld>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 imgW="384" imgH="384" progId="TCLayout.ActiveDocument.1">
                  <p:embed/>
                </p:oleObj>
              </mc:Choice>
              <mc:Fallback>
                <p:oleObj name="think-cell 幻灯片"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vert="horz" rIns="0"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5879084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CC3EAEB-DE12-F381-A155-FEF30C1FF10A}"/>
              </a:ext>
            </a:extLst>
          </p:cNvPr>
          <p:cNvGraphicFramePr>
            <a:graphicFrameLocks noChangeAspect="1"/>
          </p:cNvGraphicFramePr>
          <p:nvPr userDrawn="1">
            <p:custDataLst>
              <p:tags r:id="rId1"/>
            </p:custDataLst>
            <p:extLst>
              <p:ext uri="{D42A27DB-BD31-4B8C-83A1-F6EECF244321}">
                <p14:modId xmlns:p14="http://schemas.microsoft.com/office/powerpoint/2010/main" val="34400282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DCC3EAEB-DE12-F381-A155-FEF30C1FF10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fld id="{E826D159-83FB-A443-A621-3AD99671D779}" type="datetime1">
              <a:rPr lang="zh-TW" altLang="en-US" smtClean="0"/>
              <a:t>2026/9/8</a:t>
            </a:fld>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8359591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5B325B7-60A9-4125-41E1-46B5C34E7F38}"/>
              </a:ext>
            </a:extLst>
          </p:cNvPr>
          <p:cNvGraphicFramePr>
            <a:graphicFrameLocks noChangeAspect="1"/>
          </p:cNvGraphicFramePr>
          <p:nvPr userDrawn="1">
            <p:custDataLst>
              <p:tags r:id="rId1"/>
            </p:custDataLst>
            <p:extLst>
              <p:ext uri="{D42A27DB-BD31-4B8C-83A1-F6EECF244321}">
                <p14:modId xmlns:p14="http://schemas.microsoft.com/office/powerpoint/2010/main" val="32889715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45B325B7-60A9-4125-41E1-46B5C34E7F3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vert="horz" rIns="0">
            <a:spAutoFit/>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610018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F9A6E77-316F-E9CB-5F58-20CEE138FBAD}"/>
              </a:ext>
            </a:extLst>
          </p:cNvPr>
          <p:cNvGraphicFramePr>
            <a:graphicFrameLocks noChangeAspect="1"/>
          </p:cNvGraphicFramePr>
          <p:nvPr userDrawn="1">
            <p:custDataLst>
              <p:tags r:id="rId1"/>
            </p:custDataLst>
            <p:extLst>
              <p:ext uri="{D42A27DB-BD31-4B8C-83A1-F6EECF244321}">
                <p14:modId xmlns:p14="http://schemas.microsoft.com/office/powerpoint/2010/main" val="31405834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8F9A6E77-316F-E9CB-5F58-20CEE138FBA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fld id="{E74C9E6C-97E3-1248-9059-D9690DD24318}" type="datetime1">
              <a:rPr lang="zh-TW" altLang="en-US" smtClean="0"/>
              <a:t>2026/9/8</a:t>
            </a:fld>
            <a:endParaRPr lang="en-US"/>
          </a:p>
        </p:txBody>
      </p:sp>
      <p:sp>
        <p:nvSpPr>
          <p:cNvPr id="9" name="Title 1"/>
          <p:cNvSpPr>
            <a:spLocks noGrp="1"/>
          </p:cNvSpPr>
          <p:nvPr>
            <p:ph type="title" hasCustomPrompt="1"/>
          </p:nvPr>
        </p:nvSpPr>
        <p:spPr bwMode="ltGray">
          <a:xfrm>
            <a:off x="630000" y="1544274"/>
            <a:ext cx="3452400" cy="1495794"/>
          </a:xfrm>
          <a:noFill/>
        </p:spPr>
        <p:txBody>
          <a:bodyPr vert="horz"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2086504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A946E3F-BC52-6356-5ACC-150B84FA0C99}"/>
              </a:ext>
            </a:extLst>
          </p:cNvPr>
          <p:cNvGraphicFramePr>
            <a:graphicFrameLocks noChangeAspect="1"/>
          </p:cNvGraphicFramePr>
          <p:nvPr userDrawn="1">
            <p:custDataLst>
              <p:tags r:id="rId1"/>
            </p:custDataLst>
            <p:extLst>
              <p:ext uri="{D42A27DB-BD31-4B8C-83A1-F6EECF244321}">
                <p14:modId xmlns:p14="http://schemas.microsoft.com/office/powerpoint/2010/main" val="29511912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5" name="think-cell data - do not delete" hidden="1">
                        <a:extLst>
                          <a:ext uri="{FF2B5EF4-FFF2-40B4-BE49-F238E27FC236}">
                            <a16:creationId xmlns:a16="http://schemas.microsoft.com/office/drawing/2014/main" id="{6A946E3F-BC52-6356-5ACC-150B84FA0C9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vert="horz"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BD9A77B9-9CFD-C547-90EF-CA527FECBDC2}" type="datetime1">
              <a:rPr lang="zh-TW" altLang="en-US" smtClean="0"/>
              <a:t>2026/9/8</a:t>
            </a:fld>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211817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420990A-2988-7ADF-E364-341FD3BB622A}"/>
              </a:ext>
            </a:extLst>
          </p:cNvPr>
          <p:cNvGraphicFramePr>
            <a:graphicFrameLocks noChangeAspect="1"/>
          </p:cNvGraphicFramePr>
          <p:nvPr userDrawn="1">
            <p:custDataLst>
              <p:tags r:id="rId1"/>
            </p:custDataLst>
            <p:extLst>
              <p:ext uri="{D42A27DB-BD31-4B8C-83A1-F6EECF244321}">
                <p14:modId xmlns:p14="http://schemas.microsoft.com/office/powerpoint/2010/main" val="116924124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A420990A-2988-7ADF-E364-341FD3BB622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9CA110DC-55EC-F84A-898C-30E86100CCDA}" type="datetime1">
              <a:rPr lang="zh-TW" altLang="en-US" smtClean="0"/>
              <a:t>2026/9/8</a:t>
            </a:fld>
            <a:endParaRPr lang="en-US"/>
          </a:p>
        </p:txBody>
      </p:sp>
      <p:sp>
        <p:nvSpPr>
          <p:cNvPr id="147" name="Title 1"/>
          <p:cNvSpPr>
            <a:spLocks noGrp="1"/>
          </p:cNvSpPr>
          <p:nvPr>
            <p:ph type="title" hasCustomPrompt="1"/>
          </p:nvPr>
        </p:nvSpPr>
        <p:spPr bwMode="blackWhite">
          <a:xfrm>
            <a:off x="630000" y="3826800"/>
            <a:ext cx="10936800" cy="2041200"/>
          </a:xfrm>
        </p:spPr>
        <p:txBody>
          <a:bodyPr vert="horz" rIns="0"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6453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901A69D-FE1D-4AFB-A0CA-28862F23DD9A}"/>
              </a:ext>
            </a:extLst>
          </p:cNvPr>
          <p:cNvGraphicFramePr>
            <a:graphicFrameLocks noChangeAspect="1"/>
          </p:cNvGraphicFramePr>
          <p:nvPr userDrawn="1">
            <p:custDataLst>
              <p:tags r:id="rId1"/>
            </p:custDataLst>
            <p:extLst>
              <p:ext uri="{D42A27DB-BD31-4B8C-83A1-F6EECF244321}">
                <p14:modId xmlns:p14="http://schemas.microsoft.com/office/powerpoint/2010/main" val="3262038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901A69D-FE1D-4AFB-A0CA-28862F23DD9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DA18A2C1-EF8F-CB44-946E-AC0FF6A1C386}" type="datetime1">
              <a:rPr lang="zh-TW" altLang="en-US" smtClean="0"/>
              <a:t>2026/9/8</a:t>
            </a:fld>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094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5B333C9-D6A6-AC2D-83BF-6CA733482BA7}"/>
              </a:ext>
            </a:extLst>
          </p:cNvPr>
          <p:cNvGraphicFramePr>
            <a:graphicFrameLocks noChangeAspect="1"/>
          </p:cNvGraphicFramePr>
          <p:nvPr userDrawn="1">
            <p:custDataLst>
              <p:tags r:id="rId1"/>
            </p:custDataLst>
            <p:extLst>
              <p:ext uri="{D42A27DB-BD31-4B8C-83A1-F6EECF244321}">
                <p14:modId xmlns:p14="http://schemas.microsoft.com/office/powerpoint/2010/main" val="38622410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65B333C9-D6A6-AC2D-83BF-6CA733482BA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312B0A0A-3708-0A49-B339-142765009EC5}" type="datetime1">
              <a:rPr lang="zh-TW" altLang="en-US" smtClean="0"/>
              <a:t>2026/9/8</a:t>
            </a:fld>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12713410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DA46AED-747D-8FC9-A875-A640D5DEDBF9}"/>
              </a:ext>
            </a:extLst>
          </p:cNvPr>
          <p:cNvGraphicFramePr>
            <a:graphicFrameLocks noChangeAspect="1"/>
          </p:cNvGraphicFramePr>
          <p:nvPr userDrawn="1">
            <p:custDataLst>
              <p:tags r:id="rId1"/>
            </p:custDataLst>
            <p:extLst>
              <p:ext uri="{D42A27DB-BD31-4B8C-83A1-F6EECF244321}">
                <p14:modId xmlns:p14="http://schemas.microsoft.com/office/powerpoint/2010/main" val="39971635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3DA46AED-747D-8FC9-A875-A640D5DEDBF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11B9A8DB-2269-4245-B39B-0A21C18DCEEC}" type="datetime1">
              <a:rPr lang="zh-TW" altLang="en-US" smtClean="0"/>
              <a:t>2026/9/8</a:t>
            </a:fld>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78531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3B6DCF8-56E6-BCC7-DD1F-00858D414C89}"/>
              </a:ext>
            </a:extLst>
          </p:cNvPr>
          <p:cNvGraphicFramePr>
            <a:graphicFrameLocks noChangeAspect="1"/>
          </p:cNvGraphicFramePr>
          <p:nvPr userDrawn="1">
            <p:custDataLst>
              <p:tags r:id="rId1"/>
            </p:custDataLst>
            <p:extLst>
              <p:ext uri="{D42A27DB-BD31-4B8C-83A1-F6EECF244321}">
                <p14:modId xmlns:p14="http://schemas.microsoft.com/office/powerpoint/2010/main" val="12772221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93B6DCF8-56E6-BCC7-DD1F-00858D414C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vert="horz"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3C0C5013-4EA1-2F48-86F0-E87D60A44081}" type="datetime1">
              <a:rPr lang="zh-TW" altLang="en-US" smtClean="0"/>
              <a:t>2026/9/8</a:t>
            </a:fld>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7544705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2F06E81-20C0-EB91-0046-072EAC0345CF}"/>
              </a:ext>
            </a:extLst>
          </p:cNvPr>
          <p:cNvGraphicFramePr>
            <a:graphicFrameLocks noChangeAspect="1"/>
          </p:cNvGraphicFramePr>
          <p:nvPr userDrawn="1">
            <p:custDataLst>
              <p:tags r:id="rId1"/>
            </p:custDataLst>
            <p:extLst>
              <p:ext uri="{D42A27DB-BD31-4B8C-83A1-F6EECF244321}">
                <p14:modId xmlns:p14="http://schemas.microsoft.com/office/powerpoint/2010/main" val="3660031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2F06E81-20C0-EB91-0046-072EAC0345C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925A1F30-FE23-C041-8C9E-9BEE51D6DC41}" type="datetime1">
              <a:rPr lang="zh-TW" altLang="en-US" smtClean="0"/>
              <a:t>2026/9/8</a:t>
            </a:fld>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vert="horz" rIns="0"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9855315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0A24FD0-11B8-A12A-B76A-203C48B99770}"/>
              </a:ext>
            </a:extLst>
          </p:cNvPr>
          <p:cNvGraphicFramePr>
            <a:graphicFrameLocks noChangeAspect="1"/>
          </p:cNvGraphicFramePr>
          <p:nvPr userDrawn="1">
            <p:custDataLst>
              <p:tags r:id="rId1"/>
            </p:custDataLst>
            <p:extLst>
              <p:ext uri="{D42A27DB-BD31-4B8C-83A1-F6EECF244321}">
                <p14:modId xmlns:p14="http://schemas.microsoft.com/office/powerpoint/2010/main" val="35621330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90A24FD0-11B8-A12A-B76A-203C48B9977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82C3262C-F3AA-9F4A-B4D8-8326CF60A86E}" type="datetime1">
              <a:rPr lang="zh-TW" altLang="en-US" smtClean="0"/>
              <a:t>2026/9/8</a:t>
            </a:fld>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vert="horz" rIns="0"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8214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A6CB283-8084-E958-FC4E-EF450DFAE614}"/>
              </a:ext>
            </a:extLst>
          </p:cNvPr>
          <p:cNvGraphicFramePr>
            <a:graphicFrameLocks noChangeAspect="1"/>
          </p:cNvGraphicFramePr>
          <p:nvPr userDrawn="1">
            <p:custDataLst>
              <p:tags r:id="rId1"/>
            </p:custDataLst>
            <p:extLst>
              <p:ext uri="{D42A27DB-BD31-4B8C-83A1-F6EECF244321}">
                <p14:modId xmlns:p14="http://schemas.microsoft.com/office/powerpoint/2010/main" val="2995361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1A6CB283-8084-E958-FC4E-EF450DFAE61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vert="horz" rIns="0"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208B2423-62CB-B843-AF0E-C2F9B1F817AD}" type="datetime1">
              <a:rPr lang="zh-TW" altLang="en-US" smtClean="0"/>
              <a:t>2026/9/8</a:t>
            </a:fld>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7730256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B8D1ED4A-9BF0-2D4B-A1B6-A61B706ED472}" type="datetime1">
              <a:rPr lang="zh-TW" altLang="en-US" smtClean="0"/>
              <a:t>2026/9/8</a:t>
            </a:fld>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37292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8F9F2A8-6C2C-6B1C-5067-F48FAC69C667}"/>
              </a:ext>
            </a:extLst>
          </p:cNvPr>
          <p:cNvGraphicFramePr>
            <a:graphicFrameLocks noChangeAspect="1"/>
          </p:cNvGraphicFramePr>
          <p:nvPr userDrawn="1">
            <p:custDataLst>
              <p:tags r:id="rId1"/>
            </p:custDataLst>
            <p:extLst>
              <p:ext uri="{D42A27DB-BD31-4B8C-83A1-F6EECF244321}">
                <p14:modId xmlns:p14="http://schemas.microsoft.com/office/powerpoint/2010/main" val="24465122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8F9F2A8-6C2C-6B1C-5067-F48FAC69C6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CCB70C66-C0B3-8643-8910-B15E58533CEF}" type="datetime1">
              <a:rPr lang="zh-TW" altLang="en-US" smtClean="0"/>
              <a:t>2026/9/8</a:t>
            </a:fld>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3947497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CF025AB-7548-B76D-12C9-1668F51B3668}"/>
              </a:ext>
            </a:extLst>
          </p:cNvPr>
          <p:cNvGraphicFramePr>
            <a:graphicFrameLocks noChangeAspect="1"/>
          </p:cNvGraphicFramePr>
          <p:nvPr userDrawn="1">
            <p:custDataLst>
              <p:tags r:id="rId1"/>
            </p:custDataLst>
            <p:extLst>
              <p:ext uri="{D42A27DB-BD31-4B8C-83A1-F6EECF244321}">
                <p14:modId xmlns:p14="http://schemas.microsoft.com/office/powerpoint/2010/main" val="416004602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ECF025AB-7548-B76D-12C9-1668F51B366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72433DA2-8C8F-F44E-8E42-3C39273F48D5}" type="datetime1">
              <a:rPr lang="zh-TW" altLang="en-US" smtClean="0"/>
              <a:t>2026/9/8</a:t>
            </a:fld>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8786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2C3BCE3-5882-FE0C-B586-552BE1622D07}"/>
              </a:ext>
            </a:extLst>
          </p:cNvPr>
          <p:cNvGraphicFramePr>
            <a:graphicFrameLocks noChangeAspect="1"/>
          </p:cNvGraphicFramePr>
          <p:nvPr userDrawn="1">
            <p:custDataLst>
              <p:tags r:id="rId1"/>
            </p:custDataLst>
            <p:extLst>
              <p:ext uri="{D42A27DB-BD31-4B8C-83A1-F6EECF244321}">
                <p14:modId xmlns:p14="http://schemas.microsoft.com/office/powerpoint/2010/main" val="41530686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2C3BCE3-5882-FE0C-B586-552BE1622D0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84849594-1897-A241-9A45-302EBB50A9D4}" type="datetime1">
              <a:rPr lang="zh-TW" altLang="en-US" smtClean="0"/>
              <a:t>2026/9/8</a:t>
            </a:fld>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867236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7E6B57-B5DA-944C-6237-AB4CE2B0B315}"/>
              </a:ext>
            </a:extLst>
          </p:cNvPr>
          <p:cNvGraphicFramePr>
            <a:graphicFrameLocks noChangeAspect="1"/>
          </p:cNvGraphicFramePr>
          <p:nvPr userDrawn="1">
            <p:custDataLst>
              <p:tags r:id="rId1"/>
            </p:custDataLst>
            <p:extLst>
              <p:ext uri="{D42A27DB-BD31-4B8C-83A1-F6EECF244321}">
                <p14:modId xmlns:p14="http://schemas.microsoft.com/office/powerpoint/2010/main" val="38333133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17E6B57-B5DA-944C-6237-AB4CE2B0B31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2494D76E-7FFD-5543-94A5-2A5B8B620927}"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5494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FB9F7A6-018A-9D40-56BE-02AEB36A9C4D}"/>
              </a:ext>
            </a:extLst>
          </p:cNvPr>
          <p:cNvGraphicFramePr>
            <a:graphicFrameLocks noChangeAspect="1"/>
          </p:cNvGraphicFramePr>
          <p:nvPr userDrawn="1">
            <p:custDataLst>
              <p:tags r:id="rId1"/>
            </p:custDataLst>
            <p:extLst>
              <p:ext uri="{D42A27DB-BD31-4B8C-83A1-F6EECF244321}">
                <p14:modId xmlns:p14="http://schemas.microsoft.com/office/powerpoint/2010/main" val="35896973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9FB9F7A6-018A-9D40-56BE-02AEB36A9C4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E100E5CC-6B02-7D4E-BD25-A3B72ABF8B29}" type="datetime1">
              <a:rPr lang="zh-TW" altLang="en-US" smtClean="0"/>
              <a:t>2026/9/8</a:t>
            </a:fld>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26362075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D0A9971-AA1B-1DC7-22CB-FDF60485D8C3}"/>
              </a:ext>
            </a:extLst>
          </p:cNvPr>
          <p:cNvGraphicFramePr>
            <a:graphicFrameLocks noChangeAspect="1"/>
          </p:cNvGraphicFramePr>
          <p:nvPr userDrawn="1">
            <p:custDataLst>
              <p:tags r:id="rId1"/>
            </p:custDataLst>
            <p:extLst>
              <p:ext uri="{D42A27DB-BD31-4B8C-83A1-F6EECF244321}">
                <p14:modId xmlns:p14="http://schemas.microsoft.com/office/powerpoint/2010/main" val="10390177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DD0A9971-AA1B-1DC7-22CB-FDF60485D8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77449278-7D8D-244C-BB58-F93B8D39EAEE}"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8" name="Title 1"/>
          <p:cNvSpPr>
            <a:spLocks noGrp="1"/>
          </p:cNvSpPr>
          <p:nvPr>
            <p:ph type="title" hasCustomPrompt="1"/>
          </p:nvPr>
        </p:nvSpPr>
        <p:spPr>
          <a:xfrm>
            <a:off x="630000" y="3826333"/>
            <a:ext cx="10933200" cy="1606550"/>
          </a:xfr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26091557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2CD46EE-071A-6DAB-57E3-56D39013C98C}"/>
              </a:ext>
            </a:extLst>
          </p:cNvPr>
          <p:cNvGraphicFramePr>
            <a:graphicFrameLocks noChangeAspect="1"/>
          </p:cNvGraphicFramePr>
          <p:nvPr userDrawn="1">
            <p:custDataLst>
              <p:tags r:id="rId1"/>
            </p:custDataLst>
            <p:extLst>
              <p:ext uri="{D42A27DB-BD31-4B8C-83A1-F6EECF244321}">
                <p14:modId xmlns:p14="http://schemas.microsoft.com/office/powerpoint/2010/main" val="16250214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52CD46EE-071A-6DAB-57E3-56D39013C98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6FCABA2E-05B6-5A45-AE60-C236EBB04999}"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27168730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24624470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D44A61B-9C07-FA20-5812-789229C2E215}"/>
              </a:ext>
            </a:extLst>
          </p:cNvPr>
          <p:cNvGraphicFramePr>
            <a:graphicFrameLocks noChangeAspect="1"/>
          </p:cNvGraphicFramePr>
          <p:nvPr userDrawn="1">
            <p:custDataLst>
              <p:tags r:id="rId1"/>
            </p:custDataLst>
            <p:extLst>
              <p:ext uri="{D42A27DB-BD31-4B8C-83A1-F6EECF244321}">
                <p14:modId xmlns:p14="http://schemas.microsoft.com/office/powerpoint/2010/main" val="3803828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FD44A61B-9C07-FA20-5812-789229C2E21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539CC8EB-8575-884D-A935-BC19B365D277}"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4" name="Title 3"/>
          <p:cNvSpPr>
            <a:spLocks noGrp="1"/>
          </p:cNvSpPr>
          <p:nvPr>
            <p:ph type="title" hasCustomPrompt="1"/>
          </p:nvPr>
        </p:nvSpPr>
        <p:spPr>
          <a:xfrm>
            <a:off x="630000" y="622800"/>
            <a:ext cx="10933200" cy="470898"/>
          </a:xfrm>
        </p:spPr>
        <p:txBody>
          <a:bodyPr vert="horz" rIns="0">
            <a:spAutoFit/>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47797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3AAE1FDF-5BF6-4941-97CA-C7C094C8C55C}" type="datetime1">
              <a:rPr lang="zh-TW" altLang="en-US" smtClean="0"/>
              <a:t>2026/9/8</a:t>
            </a:fld>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232732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78C2C8EB-260D-4747-B47C-2DC3A2C16810}"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256858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668DFDFA-2937-454C-B15A-C1EC5D7CD938}" type="datetime1">
              <a:rPr lang="zh-TW" altLang="en-US" smtClean="0"/>
              <a:t>2026/9/8</a:t>
            </a:fld>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97629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5" imgW="384" imgH="384" progId="TCLayout.ActiveDocument.1">
                  <p:embed/>
                </p:oleObj>
              </mc:Choice>
              <mc:Fallback>
                <p:oleObj name="think-cell 幻灯片"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41294685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2.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55084AF6-C7B4-8F4F-BFA1-1336496F6725}" type="datetime1">
              <a:rPr lang="zh-TW" altLang="en-US" smtClean="0"/>
              <a:t>2026/9/8</a:t>
            </a:fld>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154272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 imgW="384" imgH="384" progId="TCLayout.ActiveDocument.1">
                  <p:embed/>
                </p:oleObj>
              </mc:Choice>
              <mc:Fallback>
                <p:oleObj name="think-cell 幻灯片"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27" name="Title 1"/>
          <p:cNvSpPr>
            <a:spLocks noGrp="1"/>
          </p:cNvSpPr>
          <p:nvPr>
            <p:ph type="ctrTitle" hasCustomPrompt="1"/>
          </p:nvPr>
        </p:nvSpPr>
        <p:spPr bwMode="ltGray">
          <a:xfrm>
            <a:off x="1117415" y="1886242"/>
            <a:ext cx="6868800" cy="3138423"/>
          </a:xfrm>
        </p:spPr>
        <p:txBody>
          <a:bodyPr vert="horz" rIns="0"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474957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F7F7014-3943-0DBE-0080-30651CA3CB90}"/>
              </a:ext>
            </a:extLst>
          </p:cNvPr>
          <p:cNvGraphicFramePr>
            <a:graphicFrameLocks noChangeAspect="1"/>
          </p:cNvGraphicFramePr>
          <p:nvPr userDrawn="1">
            <p:custDataLst>
              <p:tags r:id="rId1"/>
            </p:custDataLst>
            <p:extLst>
              <p:ext uri="{D42A27DB-BD31-4B8C-83A1-F6EECF244321}">
                <p14:modId xmlns:p14="http://schemas.microsoft.com/office/powerpoint/2010/main" val="13018558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F7F7014-3943-0DBE-0080-30651CA3CB9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fld id="{B4626FAA-278C-004D-90BB-269A213B03AB}" type="datetime1">
              <a:rPr lang="zh-TW" altLang="en-US" smtClean="0"/>
              <a:t>2026/9/8</a:t>
            </a:fld>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7"/>
          <p:cNvSpPr>
            <a:spLocks noGrp="1"/>
          </p:cNvSpPr>
          <p:nvPr>
            <p:ph type="title" hasCustomPrompt="1"/>
          </p:nvPr>
        </p:nvSpPr>
        <p:spPr>
          <a:xfrm>
            <a:off x="630000" y="622800"/>
            <a:ext cx="10933350" cy="332399"/>
          </a:xfrm>
        </p:spPr>
        <p:txBody>
          <a:bodyPr vert="horz" rIns="0">
            <a:spAutoFit/>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54029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29443B7-9559-96D9-A990-3AC1489F75DF}"/>
              </a:ext>
            </a:extLst>
          </p:cNvPr>
          <p:cNvGraphicFramePr>
            <a:graphicFrameLocks noChangeAspect="1"/>
          </p:cNvGraphicFramePr>
          <p:nvPr userDrawn="1">
            <p:custDataLst>
              <p:tags r:id="rId1"/>
            </p:custDataLst>
            <p:extLst>
              <p:ext uri="{D42A27DB-BD31-4B8C-83A1-F6EECF244321}">
                <p14:modId xmlns:p14="http://schemas.microsoft.com/office/powerpoint/2010/main" val="83347122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729443B7-9559-96D9-A990-3AC1489F75D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vert="horz" rIns="0">
            <a:spAutoFit/>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30652609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5DB35B5-A23B-DA0F-50D9-8247CD9A8F69}"/>
              </a:ext>
            </a:extLst>
          </p:cNvPr>
          <p:cNvGraphicFramePr>
            <a:graphicFrameLocks noChangeAspect="1"/>
          </p:cNvGraphicFramePr>
          <p:nvPr userDrawn="1">
            <p:custDataLst>
              <p:tags r:id="rId1"/>
            </p:custDataLst>
            <p:extLst>
              <p:ext uri="{D42A27DB-BD31-4B8C-83A1-F6EECF244321}">
                <p14:modId xmlns:p14="http://schemas.microsoft.com/office/powerpoint/2010/main" val="1983536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5DB35B5-A23B-DA0F-50D9-8247CD9A8F6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fld id="{CD82B3E1-83AE-2145-AF33-DC5EAC773EE8}"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vert="horz" rIns="0"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0964903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D1E3BD5-26FC-11A2-661D-A46D82CBB634}"/>
              </a:ext>
            </a:extLst>
          </p:cNvPr>
          <p:cNvGraphicFramePr>
            <a:graphicFrameLocks noChangeAspect="1"/>
          </p:cNvGraphicFramePr>
          <p:nvPr userDrawn="1">
            <p:custDataLst>
              <p:tags r:id="rId1"/>
            </p:custDataLst>
            <p:extLst>
              <p:ext uri="{D42A27DB-BD31-4B8C-83A1-F6EECF244321}">
                <p14:modId xmlns:p14="http://schemas.microsoft.com/office/powerpoint/2010/main" val="3162367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3D1E3BD5-26FC-11A2-661D-A46D82CBB63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2560F849-2726-8A44-BD43-297F97189E9C}" type="datetime1">
              <a:rPr lang="zh-TW" altLang="en-US" smtClean="0"/>
              <a:t>2026/9/8</a:t>
            </a:fld>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vert="horz"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130716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9A915F2-9BC9-A310-65D0-8A390FEF3E1B}"/>
              </a:ext>
            </a:extLst>
          </p:cNvPr>
          <p:cNvGraphicFramePr>
            <a:graphicFrameLocks noChangeAspect="1"/>
          </p:cNvGraphicFramePr>
          <p:nvPr userDrawn="1">
            <p:custDataLst>
              <p:tags r:id="rId1"/>
            </p:custDataLst>
            <p:extLst>
              <p:ext uri="{D42A27DB-BD31-4B8C-83A1-F6EECF244321}">
                <p14:modId xmlns:p14="http://schemas.microsoft.com/office/powerpoint/2010/main" val="39909257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59A915F2-9BC9-A310-65D0-8A390FEF3E1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4D3A6DC1-768E-DA4A-86A4-6B1B7C6574CC}" type="datetime1">
              <a:rPr lang="zh-TW" altLang="en-US" smtClean="0"/>
              <a:t>2026/9/8</a:t>
            </a:fld>
            <a:endParaRPr lang="en-US"/>
          </a:p>
        </p:txBody>
      </p:sp>
      <p:sp>
        <p:nvSpPr>
          <p:cNvPr id="7" name="Title 1"/>
          <p:cNvSpPr>
            <a:spLocks noGrp="1"/>
          </p:cNvSpPr>
          <p:nvPr>
            <p:ph type="title" hasCustomPrompt="1"/>
          </p:nvPr>
        </p:nvSpPr>
        <p:spPr bwMode="blackWhite">
          <a:xfrm>
            <a:off x="630000" y="3826800"/>
            <a:ext cx="10936800" cy="2041200"/>
          </a:xfrm>
        </p:spPr>
        <p:txBody>
          <a:bodyPr vert="horz" rIns="0"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2149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B4FD0E1-546C-FDFE-E502-6BC1E9E991EA}"/>
              </a:ext>
            </a:extLst>
          </p:cNvPr>
          <p:cNvGraphicFramePr>
            <a:graphicFrameLocks noChangeAspect="1"/>
          </p:cNvGraphicFramePr>
          <p:nvPr userDrawn="1">
            <p:custDataLst>
              <p:tags r:id="rId1"/>
            </p:custDataLst>
            <p:extLst>
              <p:ext uri="{D42A27DB-BD31-4B8C-83A1-F6EECF244321}">
                <p14:modId xmlns:p14="http://schemas.microsoft.com/office/powerpoint/2010/main" val="25765632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B4FD0E1-546C-FDFE-E502-6BC1E9E991E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5D93571B-07F1-0D47-85A1-97F5982DD286}" type="datetime1">
              <a:rPr lang="zh-TW" altLang="en-US" smtClean="0"/>
              <a:t>2026/9/8</a:t>
            </a:fld>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682677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DC5E9CE-8AEC-F758-E196-1AAEB5CDD20D}"/>
              </a:ext>
            </a:extLst>
          </p:cNvPr>
          <p:cNvGraphicFramePr>
            <a:graphicFrameLocks noChangeAspect="1"/>
          </p:cNvGraphicFramePr>
          <p:nvPr userDrawn="1">
            <p:custDataLst>
              <p:tags r:id="rId1"/>
            </p:custDataLst>
            <p:extLst>
              <p:ext uri="{D42A27DB-BD31-4B8C-83A1-F6EECF244321}">
                <p14:modId xmlns:p14="http://schemas.microsoft.com/office/powerpoint/2010/main" val="422489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7DC5E9CE-8AEC-F758-E196-1AAEB5CDD20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AE791606-C743-F246-8EB2-B75F27B32B00}" type="datetime1">
              <a:rPr lang="zh-TW" altLang="en-US" smtClean="0"/>
              <a:t>2026/9/8</a:t>
            </a:fld>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7897828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B5CE5D0-7F5E-F70C-13DF-F43A0CC34003}"/>
              </a:ext>
            </a:extLst>
          </p:cNvPr>
          <p:cNvGraphicFramePr>
            <a:graphicFrameLocks noChangeAspect="1"/>
          </p:cNvGraphicFramePr>
          <p:nvPr userDrawn="1">
            <p:custDataLst>
              <p:tags r:id="rId1"/>
            </p:custDataLst>
            <p:extLst>
              <p:ext uri="{D42A27DB-BD31-4B8C-83A1-F6EECF244321}">
                <p14:modId xmlns:p14="http://schemas.microsoft.com/office/powerpoint/2010/main" val="27803740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0B5CE5D0-7F5E-F70C-13DF-F43A0CC3400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5DC1536A-44A8-824B-8471-CC7E678F0069}" type="datetime1">
              <a:rPr lang="zh-TW" altLang="en-US" smtClean="0"/>
              <a:t>2026/9/8</a:t>
            </a:fld>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491537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EB056E6-2A2E-AD9D-6C00-6FCAB2A4D16C}"/>
              </a:ext>
            </a:extLst>
          </p:cNvPr>
          <p:cNvGraphicFramePr>
            <a:graphicFrameLocks noChangeAspect="1"/>
          </p:cNvGraphicFramePr>
          <p:nvPr userDrawn="1">
            <p:custDataLst>
              <p:tags r:id="rId1"/>
            </p:custDataLst>
            <p:extLst>
              <p:ext uri="{D42A27DB-BD31-4B8C-83A1-F6EECF244321}">
                <p14:modId xmlns:p14="http://schemas.microsoft.com/office/powerpoint/2010/main" val="18473088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EB056E6-2A2E-AD9D-6C00-6FCAB2A4D16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vert="horz" rIns="0"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2F08F457-54BF-FB4B-912F-8E5118C57F16}" type="datetime1">
              <a:rPr lang="zh-TW" altLang="en-US" smtClean="0"/>
              <a:t>2026/9/8</a:t>
            </a:fld>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9866626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B185F2F-B64A-C0BE-6313-F208791111F1}"/>
              </a:ext>
            </a:extLst>
          </p:cNvPr>
          <p:cNvGraphicFramePr>
            <a:graphicFrameLocks noChangeAspect="1"/>
          </p:cNvGraphicFramePr>
          <p:nvPr userDrawn="1">
            <p:custDataLst>
              <p:tags r:id="rId1"/>
            </p:custDataLst>
            <p:extLst>
              <p:ext uri="{D42A27DB-BD31-4B8C-83A1-F6EECF244321}">
                <p14:modId xmlns:p14="http://schemas.microsoft.com/office/powerpoint/2010/main" val="2228352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B185F2F-B64A-C0BE-6313-F208791111F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vert="horz"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3959924A-3C39-6846-8A4C-7C160E04FD62}" type="datetime1">
              <a:rPr lang="zh-TW" altLang="en-US" smtClean="0"/>
              <a:t>2026/9/8</a:t>
            </a:fld>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5793555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63121C1-2D92-7BFD-0791-3C62C6F7A179}"/>
              </a:ext>
            </a:extLst>
          </p:cNvPr>
          <p:cNvGraphicFramePr>
            <a:graphicFrameLocks noChangeAspect="1"/>
          </p:cNvGraphicFramePr>
          <p:nvPr userDrawn="1">
            <p:custDataLst>
              <p:tags r:id="rId1"/>
            </p:custDataLst>
            <p:extLst>
              <p:ext uri="{D42A27DB-BD31-4B8C-83A1-F6EECF244321}">
                <p14:modId xmlns:p14="http://schemas.microsoft.com/office/powerpoint/2010/main" val="41559343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663121C1-2D92-7BFD-0791-3C62C6F7A17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fld id="{DD8AAFC5-6E92-EB4E-A0EB-67647E610B32}"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vert="horz" r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54677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4A76AA44-9F3F-1D41-89C5-2C7A571F068C}"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vert="horz" rIns="0"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4367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89CF431-90C5-D028-C2E0-AD0023419675}"/>
              </a:ext>
            </a:extLst>
          </p:cNvPr>
          <p:cNvGraphicFramePr>
            <a:graphicFrameLocks noChangeAspect="1"/>
          </p:cNvGraphicFramePr>
          <p:nvPr userDrawn="1">
            <p:custDataLst>
              <p:tags r:id="rId1"/>
            </p:custDataLst>
            <p:extLst>
              <p:ext uri="{D42A27DB-BD31-4B8C-83A1-F6EECF244321}">
                <p14:modId xmlns:p14="http://schemas.microsoft.com/office/powerpoint/2010/main" val="28410112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89CF431-90C5-D028-C2E0-AD002341967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vert="horz" rIns="0"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5224933F-6BA9-394D-84E7-FDC0877254CC}" type="datetime1">
              <a:rPr lang="zh-TW" altLang="en-US" smtClean="0"/>
              <a:t>2026/9/8</a:t>
            </a:fld>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797439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5519243-777E-9CEE-1B86-8EA907B24040}"/>
              </a:ext>
            </a:extLst>
          </p:cNvPr>
          <p:cNvGraphicFramePr>
            <a:graphicFrameLocks noChangeAspect="1"/>
          </p:cNvGraphicFramePr>
          <p:nvPr userDrawn="1">
            <p:custDataLst>
              <p:tags r:id="rId1"/>
            </p:custDataLst>
            <p:extLst>
              <p:ext uri="{D42A27DB-BD31-4B8C-83A1-F6EECF244321}">
                <p14:modId xmlns:p14="http://schemas.microsoft.com/office/powerpoint/2010/main" val="2401084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5519243-777E-9CEE-1B86-8EA907B2404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fld id="{FA9D9AB6-37A8-E04D-A77D-4A444B168866}" type="datetime1">
              <a:rPr lang="zh-TW" altLang="en-US" smtClean="0"/>
              <a:t>2026/9/8</a:t>
            </a:fld>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5807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DC8B59B-BBED-F295-1708-19753433E7F7}"/>
              </a:ext>
            </a:extLst>
          </p:cNvPr>
          <p:cNvGraphicFramePr>
            <a:graphicFrameLocks noChangeAspect="1"/>
          </p:cNvGraphicFramePr>
          <p:nvPr userDrawn="1">
            <p:custDataLst>
              <p:tags r:id="rId1"/>
            </p:custDataLst>
            <p:extLst>
              <p:ext uri="{D42A27DB-BD31-4B8C-83A1-F6EECF244321}">
                <p14:modId xmlns:p14="http://schemas.microsoft.com/office/powerpoint/2010/main" val="1449507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7DC8B59B-BBED-F295-1708-19753433E7F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vert="horz" rIns="0"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818BB55F-A637-8441-AD2A-BC4533A681AB}" type="datetime1">
              <a:rPr lang="zh-TW" altLang="en-US" smtClean="0"/>
              <a:t>2026/9/8</a:t>
            </a:fld>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959993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0B6222A-5F28-26B7-2792-9F2D16BF98CC}"/>
              </a:ext>
            </a:extLst>
          </p:cNvPr>
          <p:cNvGraphicFramePr>
            <a:graphicFrameLocks noChangeAspect="1"/>
          </p:cNvGraphicFramePr>
          <p:nvPr userDrawn="1">
            <p:custDataLst>
              <p:tags r:id="rId1"/>
            </p:custDataLst>
            <p:extLst>
              <p:ext uri="{D42A27DB-BD31-4B8C-83A1-F6EECF244321}">
                <p14:modId xmlns:p14="http://schemas.microsoft.com/office/powerpoint/2010/main" val="854674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00B6222A-5F28-26B7-2792-9F2D16BF98C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610BBC5D-DC49-B04D-A142-D2789DC88016}" type="datetime1">
              <a:rPr lang="zh-TW" altLang="en-US" smtClean="0"/>
              <a:t>2026/9/8</a:t>
            </a:fld>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6050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B7C7105-0C36-A8F1-C452-42AE8155B05E}"/>
              </a:ext>
            </a:extLst>
          </p:cNvPr>
          <p:cNvGraphicFramePr>
            <a:graphicFrameLocks noChangeAspect="1"/>
          </p:cNvGraphicFramePr>
          <p:nvPr userDrawn="1">
            <p:custDataLst>
              <p:tags r:id="rId1"/>
            </p:custDataLst>
            <p:extLst>
              <p:ext uri="{D42A27DB-BD31-4B8C-83A1-F6EECF244321}">
                <p14:modId xmlns:p14="http://schemas.microsoft.com/office/powerpoint/2010/main" val="60688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6B7C7105-0C36-A8F1-C452-42AE8155B05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vert="horz" rIns="0">
            <a:spAutoFit/>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6E5D5994-7524-BC4E-8118-921F15138152}" type="datetime1">
              <a:rPr lang="zh-TW" altLang="en-US" smtClean="0"/>
              <a:t>2026/9/8</a:t>
            </a:fld>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0410845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659BDDE-4575-176B-37B0-D1D59D06E5F0}"/>
              </a:ext>
            </a:extLst>
          </p:cNvPr>
          <p:cNvGraphicFramePr>
            <a:graphicFrameLocks noChangeAspect="1"/>
          </p:cNvGraphicFramePr>
          <p:nvPr userDrawn="1">
            <p:custDataLst>
              <p:tags r:id="rId1"/>
            </p:custDataLst>
            <p:extLst>
              <p:ext uri="{D42A27DB-BD31-4B8C-83A1-F6EECF244321}">
                <p14:modId xmlns:p14="http://schemas.microsoft.com/office/powerpoint/2010/main" val="32145376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7659BDDE-4575-176B-37B0-D1D59D06E5F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208EA03A-09CD-1F4B-AEF9-E1530D4A690C}"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vert="horz" rIns="0">
            <a:spAutoFit/>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0699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3473B6D-DF7E-443C-D7CF-30FEA9A3252C}"/>
              </a:ext>
            </a:extLst>
          </p:cNvPr>
          <p:cNvGraphicFramePr>
            <a:graphicFrameLocks noChangeAspect="1"/>
          </p:cNvGraphicFramePr>
          <p:nvPr userDrawn="1">
            <p:custDataLst>
              <p:tags r:id="rId1"/>
            </p:custDataLst>
            <p:extLst>
              <p:ext uri="{D42A27DB-BD31-4B8C-83A1-F6EECF244321}">
                <p14:modId xmlns:p14="http://schemas.microsoft.com/office/powerpoint/2010/main" val="22444550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F3473B6D-DF7E-443C-D7CF-30FEA9A325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vert="horz" rIns="0">
            <a:spAutoFit/>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0484E7C1-7453-D047-83C2-5AA5D7EE21F9}" type="datetime1">
              <a:rPr lang="zh-TW" altLang="en-US" smtClean="0"/>
              <a:t>2026/9/8</a:t>
            </a:fld>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40083818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3BE3B97-337A-93A3-AF08-E0E7965FEB2A}"/>
              </a:ext>
            </a:extLst>
          </p:cNvPr>
          <p:cNvGraphicFramePr>
            <a:graphicFrameLocks noChangeAspect="1"/>
          </p:cNvGraphicFramePr>
          <p:nvPr userDrawn="1">
            <p:custDataLst>
              <p:tags r:id="rId1"/>
            </p:custDataLst>
            <p:extLst>
              <p:ext uri="{D42A27DB-BD31-4B8C-83A1-F6EECF244321}">
                <p14:modId xmlns:p14="http://schemas.microsoft.com/office/powerpoint/2010/main" val="11513826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23BE3B97-337A-93A3-AF08-E0E7965FEB2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23DF0E39-9D6B-BF48-A0E1-7934BA60819B}"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868968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6C2B1D-EDAC-C071-3115-19CEA098A3E3}"/>
              </a:ext>
            </a:extLst>
          </p:cNvPr>
          <p:cNvGraphicFramePr>
            <a:graphicFrameLocks noChangeAspect="1"/>
          </p:cNvGraphicFramePr>
          <p:nvPr userDrawn="1">
            <p:custDataLst>
              <p:tags r:id="rId1"/>
            </p:custDataLst>
            <p:extLst>
              <p:ext uri="{D42A27DB-BD31-4B8C-83A1-F6EECF244321}">
                <p14:modId xmlns:p14="http://schemas.microsoft.com/office/powerpoint/2010/main" val="36215809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 name="think-cell data - do not delete" hidden="1">
                        <a:extLst>
                          <a:ext uri="{FF2B5EF4-FFF2-40B4-BE49-F238E27FC236}">
                            <a16:creationId xmlns:a16="http://schemas.microsoft.com/office/drawing/2014/main" id="{B16C2B1D-EDAC-C071-3115-19CEA098A3E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fld id="{E0FA9CC9-F9B6-4A46-87C2-A84944FB37AE}"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vert="horz" rIns="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18577643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84" imgH="384" progId="TCLayout.ActiveDocument.1">
                  <p:embed/>
                </p:oleObj>
              </mc:Choice>
              <mc:Fallback>
                <p:oleObj name="think-cell 幻灯片"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fld id="{2C541BBF-9869-9542-889D-FEFAF63A4C1A}" type="datetime1">
              <a:rPr lang="zh-TW" altLang="en-US" smtClean="0"/>
              <a:t>2026/9/8</a:t>
            </a:fld>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7033689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992CF63-FAA1-A86C-AE7B-C32E3094E864}"/>
              </a:ext>
            </a:extLst>
          </p:cNvPr>
          <p:cNvGraphicFramePr>
            <a:graphicFrameLocks noChangeAspect="1"/>
          </p:cNvGraphicFramePr>
          <p:nvPr userDrawn="1">
            <p:custDataLst>
              <p:tags r:id="rId1"/>
            </p:custDataLst>
            <p:extLst>
              <p:ext uri="{D42A27DB-BD31-4B8C-83A1-F6EECF244321}">
                <p14:modId xmlns:p14="http://schemas.microsoft.com/office/powerpoint/2010/main" val="17155187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4992CF63-FAA1-A86C-AE7B-C32E3094E86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fld id="{29C9B23A-2AAE-BC4D-AC75-325128E48F28}" type="datetime1">
              <a:rPr lang="zh-TW" altLang="en-US" smtClean="0"/>
              <a:t>2026/9/8</a:t>
            </a:fld>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2" name="Title 1"/>
          <p:cNvSpPr>
            <a:spLocks noGrp="1"/>
          </p:cNvSpPr>
          <p:nvPr>
            <p:ph type="title" hasCustomPrompt="1"/>
          </p:nvPr>
        </p:nvSpPr>
        <p:spPr>
          <a:xfrm>
            <a:off x="630000" y="622800"/>
            <a:ext cx="10933200" cy="332399"/>
          </a:xfrm>
        </p:spPr>
        <p:txBody>
          <a:bodyPr vert="horz" rIns="0">
            <a:spAutoFit/>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7506567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4CE4B0DF-8977-934D-900C-A51A825EC680}" type="datetime1">
              <a:rPr lang="zh-TW" altLang="en-US" smtClean="0"/>
              <a:t>2026/9/8</a:t>
            </a:fld>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857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fld id="{A6A74B46-7407-4043-B2BB-DF325BEF60F7}" type="datetime1">
              <a:rPr lang="zh-TW" altLang="en-US" smtClean="0"/>
              <a:t>2026/9/8</a:t>
            </a:fld>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2022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471771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fld id="{1AB96E2D-8075-5E46-8447-6727B486DD31}" type="datetime1">
              <a:rPr lang="zh-TW" altLang="en-US" smtClean="0"/>
              <a:t>2026/9/8</a:t>
            </a:fld>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33695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fld id="{BC30D35E-5B9D-1643-BB9F-50CA4C0BE4AD}" type="datetime1">
              <a:rPr lang="zh-TW" altLang="en-US" smtClean="0"/>
              <a:t>2026/9/8</a:t>
            </a:fld>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3501370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5" imgW="384" imgH="384" progId="TCLayout.ActiveDocument.1">
                  <p:embed/>
                </p:oleObj>
              </mc:Choice>
              <mc:Fallback>
                <p:oleObj name="think-cell 幻灯片"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40923758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2. </a:t>
              </a:r>
              <a:r>
                <a:rPr kumimoji="0" lang="en-US" sz="1000" b="0" i="0" u="none" strike="noStrike" kern="1200" cap="none" spc="0" normalizeH="0" baseline="0" noProof="0" dirty="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fld id="{7F909896-ABB6-1745-A1AA-DFE216F12FC6}" type="datetime1">
              <a:rPr lang="zh-TW" altLang="en-US" smtClean="0"/>
              <a:t>2026/9/8</a:t>
            </a:fld>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618784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3760592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620029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964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12172703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2022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2175904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2022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0099183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2022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3849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2022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23500296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270" imgH="270" progId="TCLayout.ActiveDocument.1">
                  <p:embed/>
                </p:oleObj>
              </mc:Choice>
              <mc:Fallback>
                <p:oleObj name="think-cell 幻灯片"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2256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61C4E9D-01B8-C24A-530F-69F6A76451DD}"/>
              </a:ext>
            </a:extLst>
          </p:cNvPr>
          <p:cNvGraphicFramePr>
            <a:graphicFrameLocks/>
          </p:cNvGraphicFramePr>
          <p:nvPr userDrawn="1">
            <p:custDataLst>
              <p:tags r:id="rId1"/>
            </p:custDataLst>
            <p:extLst>
              <p:ext uri="{D42A27DB-BD31-4B8C-83A1-F6EECF244321}">
                <p14:modId xmlns:p14="http://schemas.microsoft.com/office/powerpoint/2010/main" val="217456109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7" name="think-cell data - do not delete" hidden="1">
                        <a:extLst>
                          <a:ext uri="{FF2B5EF4-FFF2-40B4-BE49-F238E27FC236}">
                            <a16:creationId xmlns:a16="http://schemas.microsoft.com/office/drawing/2014/main" id="{B61C4E9D-01B8-C24A-530F-69F6A76451D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tx1"/>
                </a:solidFill>
                <a:latin typeface="Microsoft JhengHei"/>
                <a:cs typeface="Microsoft JhengHe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DBFFB98-FB65-6047-A006-9A59E8722B0E}" type="datetime1">
              <a:rPr lang="zh-TW" altLang="en-US" smtClean="0"/>
              <a:t>2026/9/8</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345492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EA5399-FCC9-91EA-9D8F-D33BC91EB5A4}"/>
              </a:ext>
            </a:extLst>
          </p:cNvPr>
          <p:cNvGraphicFramePr>
            <a:graphicFrameLocks/>
          </p:cNvGraphicFramePr>
          <p:nvPr userDrawn="1">
            <p:custDataLst>
              <p:tags r:id="rId1"/>
            </p:custDataLst>
            <p:extLst>
              <p:ext uri="{D42A27DB-BD31-4B8C-83A1-F6EECF244321}">
                <p14:modId xmlns:p14="http://schemas.microsoft.com/office/powerpoint/2010/main" val="32168356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D9EA5399-FCC9-91EA-9D8F-D33BC91EB5A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AutoShape 1" descr="現代都市建築與綠意街景">
            <a:extLst>
              <a:ext uri="{FF2B5EF4-FFF2-40B4-BE49-F238E27FC236}">
                <a16:creationId xmlns:a16="http://schemas.microsoft.com/office/drawing/2014/main" id="{231CA01D-11B6-37A4-E639-77224983A314}"/>
              </a:ext>
            </a:extLst>
          </p:cNvPr>
          <p:cNvSpPr>
            <a:spLocks noChangeAspect="1" noChangeArrowheads="1"/>
          </p:cNvSpPr>
          <p:nvPr userDrawn="1"/>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8" name="圖片 7">
            <a:extLst>
              <a:ext uri="{FF2B5EF4-FFF2-40B4-BE49-F238E27FC236}">
                <a16:creationId xmlns:a16="http://schemas.microsoft.com/office/drawing/2014/main" id="{92AE8522-3FE0-5152-A733-192FD9D3DB9E}"/>
              </a:ext>
            </a:extLst>
          </p:cNvPr>
          <p:cNvPicPr>
            <a:picLocks noChangeAspect="1"/>
          </p:cNvPicPr>
          <p:nvPr userDrawn="1"/>
        </p:nvPicPr>
        <p:blipFill>
          <a:blip r:embed="rId5"/>
          <a:stretch>
            <a:fillRect/>
          </a:stretch>
        </p:blipFill>
        <p:spPr>
          <a:xfrm>
            <a:off x="-1" y="0"/>
            <a:ext cx="12198487" cy="6858000"/>
          </a:xfrm>
          <a:prstGeom prst="rect">
            <a:avLst/>
          </a:prstGeom>
        </p:spPr>
      </p:pic>
      <p:sp>
        <p:nvSpPr>
          <p:cNvPr id="2" name="矩形 1">
            <a:extLst>
              <a:ext uri="{FF2B5EF4-FFF2-40B4-BE49-F238E27FC236}">
                <a16:creationId xmlns:a16="http://schemas.microsoft.com/office/drawing/2014/main" id="{4300298E-3410-5AB5-71D2-BB97AA620CFA}"/>
              </a:ext>
            </a:extLst>
          </p:cNvPr>
          <p:cNvSpPr/>
          <p:nvPr userDrawn="1"/>
        </p:nvSpPr>
        <p:spPr>
          <a:xfrm>
            <a:off x="0" y="0"/>
            <a:ext cx="12198486" cy="6858000"/>
          </a:xfrm>
          <a:prstGeom prst="rect">
            <a:avLst/>
          </a:prstGeom>
          <a:gradFill flip="none" rotWithShape="1">
            <a:gsLst>
              <a:gs pos="0">
                <a:srgbClr val="000000">
                  <a:alpha val="60000"/>
                </a:srgbClr>
              </a:gs>
              <a:gs pos="50000">
                <a:srgbClr val="000000">
                  <a:alpha val="40000"/>
                </a:srgbClr>
              </a:gs>
              <a:gs pos="100000">
                <a:srgbClr val="000000">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050" name="Picture 2" descr="卡優新聞網-優生活&gt; 凱基證券">
            <a:extLst>
              <a:ext uri="{FF2B5EF4-FFF2-40B4-BE49-F238E27FC236}">
                <a16:creationId xmlns:a16="http://schemas.microsoft.com/office/drawing/2014/main" id="{75C9C1BE-6F7B-CDB5-098A-BF950BACFCB2}"/>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2400" y="304800"/>
            <a:ext cx="1524000" cy="66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03844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自訂版面配置">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EA5399-FCC9-91EA-9D8F-D33BC91EB5A4}"/>
              </a:ext>
            </a:extLst>
          </p:cNvPr>
          <p:cNvGraphicFramePr>
            <a:graphicFrameLocks/>
          </p:cNvGraphicFramePr>
          <p:nvPr userDrawn="1">
            <p:custDataLst>
              <p:tags r:id="rId1"/>
            </p:custDataLst>
            <p:extLst>
              <p:ext uri="{D42A27DB-BD31-4B8C-83A1-F6EECF244321}">
                <p14:modId xmlns:p14="http://schemas.microsoft.com/office/powerpoint/2010/main" val="32168356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D9EA5399-FCC9-91EA-9D8F-D33BC91EB5A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AutoShape 1" descr="現代都市建築與綠意街景">
            <a:extLst>
              <a:ext uri="{FF2B5EF4-FFF2-40B4-BE49-F238E27FC236}">
                <a16:creationId xmlns:a16="http://schemas.microsoft.com/office/drawing/2014/main" id="{231CA01D-11B6-37A4-E639-77224983A314}"/>
              </a:ext>
            </a:extLst>
          </p:cNvPr>
          <p:cNvSpPr>
            <a:spLocks noChangeAspect="1" noChangeArrowheads="1"/>
          </p:cNvSpPr>
          <p:nvPr userDrawn="1"/>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8" name="圖片 7">
            <a:extLst>
              <a:ext uri="{FF2B5EF4-FFF2-40B4-BE49-F238E27FC236}">
                <a16:creationId xmlns:a16="http://schemas.microsoft.com/office/drawing/2014/main" id="{92AE8522-3FE0-5152-A733-192FD9D3DB9E}"/>
              </a:ext>
            </a:extLst>
          </p:cNvPr>
          <p:cNvPicPr>
            <a:picLocks noChangeAspect="1"/>
          </p:cNvPicPr>
          <p:nvPr userDrawn="1"/>
        </p:nvPicPr>
        <p:blipFill>
          <a:blip r:embed="rId5"/>
          <a:stretch>
            <a:fillRect/>
          </a:stretch>
        </p:blipFill>
        <p:spPr>
          <a:xfrm>
            <a:off x="-1" y="0"/>
            <a:ext cx="12198487" cy="6858000"/>
          </a:xfrm>
          <a:prstGeom prst="rect">
            <a:avLst/>
          </a:prstGeom>
        </p:spPr>
      </p:pic>
      <p:pic>
        <p:nvPicPr>
          <p:cNvPr id="2050" name="Picture 2" descr="卡優新聞網-優生活&gt; 凱基證券">
            <a:extLst>
              <a:ext uri="{FF2B5EF4-FFF2-40B4-BE49-F238E27FC236}">
                <a16:creationId xmlns:a16="http://schemas.microsoft.com/office/drawing/2014/main" id="{75C9C1BE-6F7B-CDB5-098A-BF950BACFCB2}"/>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04800" y="152400"/>
            <a:ext cx="1524000" cy="66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1804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自訂版面配置">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EA5399-FCC9-91EA-9D8F-D33BC91EB5A4}"/>
              </a:ext>
            </a:extLst>
          </p:cNvPr>
          <p:cNvGraphicFramePr>
            <a:graphicFrameLocks/>
          </p:cNvGraphicFramePr>
          <p:nvPr userDrawn="1">
            <p:custDataLst>
              <p:tags r:id="rId1"/>
            </p:custDataLst>
            <p:extLst>
              <p:ext uri="{D42A27DB-BD31-4B8C-83A1-F6EECF244321}">
                <p14:modId xmlns:p14="http://schemas.microsoft.com/office/powerpoint/2010/main" val="33533764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D9EA5399-FCC9-91EA-9D8F-D33BC91EB5A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AutoShape 1" descr="現代都市建築與綠意街景">
            <a:extLst>
              <a:ext uri="{FF2B5EF4-FFF2-40B4-BE49-F238E27FC236}">
                <a16:creationId xmlns:a16="http://schemas.microsoft.com/office/drawing/2014/main" id="{231CA01D-11B6-37A4-E639-77224983A314}"/>
              </a:ext>
            </a:extLst>
          </p:cNvPr>
          <p:cNvSpPr>
            <a:spLocks noChangeAspect="1" noChangeArrowheads="1"/>
          </p:cNvSpPr>
          <p:nvPr userDrawn="1"/>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3" name="圖片 2">
            <a:extLst>
              <a:ext uri="{FF2B5EF4-FFF2-40B4-BE49-F238E27FC236}">
                <a16:creationId xmlns:a16="http://schemas.microsoft.com/office/drawing/2014/main" id="{F934FF89-C648-6D24-F3E9-BFB7DCE95582}"/>
              </a:ext>
            </a:extLst>
          </p:cNvPr>
          <p:cNvPicPr>
            <a:picLocks noChangeAspect="1"/>
          </p:cNvPicPr>
          <p:nvPr userDrawn="1"/>
        </p:nvPicPr>
        <p:blipFill>
          <a:blip r:embed="rId5"/>
          <a:stretch>
            <a:fillRect/>
          </a:stretch>
        </p:blipFill>
        <p:spPr>
          <a:xfrm>
            <a:off x="0" y="0"/>
            <a:ext cx="12192000" cy="6858000"/>
          </a:xfrm>
          <a:prstGeom prst="rect">
            <a:avLst/>
          </a:prstGeom>
        </p:spPr>
      </p:pic>
      <p:pic>
        <p:nvPicPr>
          <p:cNvPr id="2050" name="Picture 2" descr="卡優新聞網-優生活&gt; 凱基證券">
            <a:extLst>
              <a:ext uri="{FF2B5EF4-FFF2-40B4-BE49-F238E27FC236}">
                <a16:creationId xmlns:a16="http://schemas.microsoft.com/office/drawing/2014/main" id="{75C9C1BE-6F7B-CDB5-098A-BF950BACFCB2}"/>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42913" y="152400"/>
            <a:ext cx="1692519" cy="73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65423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79" userDrawn="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EA5399-FCC9-91EA-9D8F-D33BC91EB5A4}"/>
              </a:ext>
            </a:extLst>
          </p:cNvPr>
          <p:cNvGraphicFramePr>
            <a:graphicFrameLocks/>
          </p:cNvGraphicFramePr>
          <p:nvPr userDrawn="1">
            <p:custDataLst>
              <p:tags r:id="rId1"/>
            </p:custDataLst>
            <p:extLst>
              <p:ext uri="{D42A27DB-BD31-4B8C-83A1-F6EECF244321}">
                <p14:modId xmlns:p14="http://schemas.microsoft.com/office/powerpoint/2010/main" val="20651154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D9EA5399-FCC9-91EA-9D8F-D33BC91EB5A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7" name="圖片 6">
            <a:extLst>
              <a:ext uri="{FF2B5EF4-FFF2-40B4-BE49-F238E27FC236}">
                <a16:creationId xmlns:a16="http://schemas.microsoft.com/office/drawing/2014/main" id="{039D08E8-3558-5608-1F37-D329E25A129C}"/>
              </a:ext>
            </a:extLst>
          </p:cNvPr>
          <p:cNvPicPr>
            <a:picLocks noChangeAspect="1"/>
          </p:cNvPicPr>
          <p:nvPr userDrawn="1"/>
        </p:nvPicPr>
        <p:blipFill>
          <a:blip r:embed="rId5"/>
          <a:stretch>
            <a:fillRect/>
          </a:stretch>
        </p:blipFill>
        <p:spPr>
          <a:xfrm>
            <a:off x="-1" y="0"/>
            <a:ext cx="12198487" cy="6858000"/>
          </a:xfrm>
          <a:prstGeom prst="rect">
            <a:avLst/>
          </a:prstGeom>
        </p:spPr>
      </p:pic>
      <p:sp>
        <p:nvSpPr>
          <p:cNvPr id="5" name="AutoShape 1" descr="現代都市建築與綠意街景">
            <a:extLst>
              <a:ext uri="{FF2B5EF4-FFF2-40B4-BE49-F238E27FC236}">
                <a16:creationId xmlns:a16="http://schemas.microsoft.com/office/drawing/2014/main" id="{231CA01D-11B6-37A4-E639-77224983A314}"/>
              </a:ext>
            </a:extLst>
          </p:cNvPr>
          <p:cNvSpPr>
            <a:spLocks noChangeAspect="1" noChangeArrowheads="1"/>
          </p:cNvSpPr>
          <p:nvPr userDrawn="1"/>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2050" name="Picture 2" descr="卡優新聞網-優生活&gt; 凱基證券">
            <a:extLst>
              <a:ext uri="{FF2B5EF4-FFF2-40B4-BE49-F238E27FC236}">
                <a16:creationId xmlns:a16="http://schemas.microsoft.com/office/drawing/2014/main" id="{75C9C1BE-6F7B-CDB5-098A-BF950BACFCB2}"/>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42913" y="467001"/>
            <a:ext cx="1692519" cy="73342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線接點 8">
            <a:extLst>
              <a:ext uri="{FF2B5EF4-FFF2-40B4-BE49-F238E27FC236}">
                <a16:creationId xmlns:a16="http://schemas.microsoft.com/office/drawing/2014/main" id="{7B15BF96-63FE-1CF1-C31C-F0AA8BA18DAD}"/>
              </a:ext>
            </a:extLst>
          </p:cNvPr>
          <p:cNvCxnSpPr>
            <a:cxnSpLocks/>
          </p:cNvCxnSpPr>
          <p:nvPr userDrawn="1"/>
        </p:nvCxnSpPr>
        <p:spPr>
          <a:xfrm>
            <a:off x="442913" y="1969827"/>
            <a:ext cx="758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38B0AFED-F9CE-E0FA-BD0A-AC670B9087C6}"/>
              </a:ext>
            </a:extLst>
          </p:cNvPr>
          <p:cNvCxnSpPr/>
          <p:nvPr userDrawn="1"/>
        </p:nvCxnSpPr>
        <p:spPr>
          <a:xfrm>
            <a:off x="442913" y="4981432"/>
            <a:ext cx="2973577" cy="0"/>
          </a:xfrm>
          <a:prstGeom prst="line">
            <a:avLst/>
          </a:prstGeom>
          <a:ln w="19050">
            <a:solidFill>
              <a:srgbClr val="D0C7C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614664"/>
      </p:ext>
    </p:extLst>
  </p:cSld>
  <p:clrMapOvr>
    <a:masterClrMapping/>
  </p:clrMapOvr>
  <p:extLst>
    <p:ext uri="{DCECCB84-F9BA-43D5-87BE-67443E8EF086}">
      <p15:sldGuideLst xmlns:p15="http://schemas.microsoft.com/office/powerpoint/2012/main">
        <p15:guide id="1" orient="horz" pos="2160">
          <p15:clr>
            <a:srgbClr val="FBAE40"/>
          </p15:clr>
        </p15:guide>
        <p15:guide id="2" pos="279">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221B28C-944E-82D6-AD45-2ED56E95D768}"/>
              </a:ext>
            </a:extLst>
          </p:cNvPr>
          <p:cNvGraphicFramePr>
            <a:graphicFrameLocks/>
          </p:cNvGraphicFramePr>
          <p:nvPr userDrawn="1">
            <p:custDataLst>
              <p:tags r:id="rId1"/>
            </p:custDataLst>
            <p:extLst>
              <p:ext uri="{D42A27DB-BD31-4B8C-83A1-F6EECF244321}">
                <p14:modId xmlns:p14="http://schemas.microsoft.com/office/powerpoint/2010/main" val="1488599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8" name="think-cell data - do not delete" hidden="1">
                        <a:extLst>
                          <a:ext uri="{FF2B5EF4-FFF2-40B4-BE49-F238E27FC236}">
                            <a16:creationId xmlns:a16="http://schemas.microsoft.com/office/drawing/2014/main" id="{0221B28C-944E-82D6-AD45-2ED56E95D76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itle 4">
            <a:extLst>
              <a:ext uri="{FF2B5EF4-FFF2-40B4-BE49-F238E27FC236}">
                <a16:creationId xmlns:a16="http://schemas.microsoft.com/office/drawing/2014/main" id="{09DC5773-7912-5037-37B0-A5A2699FB802}"/>
              </a:ext>
            </a:extLst>
          </p:cNvPr>
          <p:cNvSpPr>
            <a:spLocks noGrp="1"/>
          </p:cNvSpPr>
          <p:nvPr>
            <p:ph type="title" hasCustomPrompt="1"/>
          </p:nvPr>
        </p:nvSpPr>
        <p:spPr>
          <a:xfrm>
            <a:off x="372922" y="381812"/>
            <a:ext cx="10933200" cy="304699"/>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200" b="0" i="0" u="none" kern="1200" spc="0">
                <a:solidFill>
                  <a:schemeClr val="tx2"/>
                </a:solidFill>
                <a:latin typeface="+mj-lt"/>
                <a:sym typeface="Trebuchet MS" panose="020B0603020202020204" pitchFamily="34" charset="0"/>
              </a:defRPr>
            </a:lvl1pPr>
          </a:lstStyle>
          <a:p>
            <a:pPr lvl="0"/>
            <a:r>
              <a:rPr lang="en-US"/>
              <a:t>Click to add title</a:t>
            </a:r>
          </a:p>
        </p:txBody>
      </p:sp>
      <p:pic>
        <p:nvPicPr>
          <p:cNvPr id="9" name="object 5">
            <a:extLst>
              <a:ext uri="{FF2B5EF4-FFF2-40B4-BE49-F238E27FC236}">
                <a16:creationId xmlns:a16="http://schemas.microsoft.com/office/drawing/2014/main" id="{9A9ED164-83D9-F105-C444-CF188DCE8578}"/>
              </a:ext>
            </a:extLst>
          </p:cNvPr>
          <p:cNvPicPr/>
          <p:nvPr userDrawn="1"/>
        </p:nvPicPr>
        <p:blipFill>
          <a:blip r:embed="rId5" cstate="print"/>
          <a:stretch>
            <a:fillRect/>
          </a:stretch>
        </p:blipFill>
        <p:spPr>
          <a:xfrm>
            <a:off x="9610343" y="6342886"/>
            <a:ext cx="2430779" cy="515110"/>
          </a:xfrm>
          <a:prstGeom prst="rect">
            <a:avLst/>
          </a:prstGeom>
        </p:spPr>
      </p:pic>
      <p:sp>
        <p:nvSpPr>
          <p:cNvPr id="11" name="object 4">
            <a:extLst>
              <a:ext uri="{FF2B5EF4-FFF2-40B4-BE49-F238E27FC236}">
                <a16:creationId xmlns:a16="http://schemas.microsoft.com/office/drawing/2014/main" id="{958E0EC2-C954-F880-989E-5EB74BB50F44}"/>
              </a:ext>
            </a:extLst>
          </p:cNvPr>
          <p:cNvSpPr/>
          <p:nvPr/>
        </p:nvSpPr>
        <p:spPr>
          <a:xfrm>
            <a:off x="364236" y="6416040"/>
            <a:ext cx="11431905" cy="0"/>
          </a:xfrm>
          <a:custGeom>
            <a:avLst/>
            <a:gdLst/>
            <a:ahLst/>
            <a:cxnLst/>
            <a:rect l="l" t="t" r="r" b="b"/>
            <a:pathLst>
              <a:path w="11431905">
                <a:moveTo>
                  <a:pt x="0" y="0"/>
                </a:moveTo>
                <a:lnTo>
                  <a:pt x="11431524" y="0"/>
                </a:lnTo>
              </a:path>
            </a:pathLst>
          </a:custGeom>
          <a:ln w="12700">
            <a:solidFill>
              <a:srgbClr val="003685"/>
            </a:solidFill>
          </a:ln>
        </p:spPr>
        <p:txBody>
          <a:bodyPr wrap="square" lIns="0" tIns="0" rIns="0" bIns="0" rtlCol="0"/>
          <a:lstStyle/>
          <a:p>
            <a:endParaRPr/>
          </a:p>
        </p:txBody>
      </p:sp>
      <p:sp>
        <p:nvSpPr>
          <p:cNvPr id="13" name="object 2">
            <a:extLst>
              <a:ext uri="{FF2B5EF4-FFF2-40B4-BE49-F238E27FC236}">
                <a16:creationId xmlns:a16="http://schemas.microsoft.com/office/drawing/2014/main" id="{95FD260A-0C38-CDAF-4BCA-BB832BAA4E39}"/>
              </a:ext>
            </a:extLst>
          </p:cNvPr>
          <p:cNvSpPr txBox="1"/>
          <p:nvPr userDrawn="1"/>
        </p:nvSpPr>
        <p:spPr>
          <a:xfrm>
            <a:off x="11881104" y="5996940"/>
            <a:ext cx="310896" cy="234950"/>
          </a:xfrm>
          <a:prstGeom prst="rect">
            <a:avLst/>
          </a:prstGeom>
          <a:solidFill>
            <a:srgbClr val="D9F0FF"/>
          </a:solidFill>
        </p:spPr>
        <p:txBody>
          <a:bodyPr vert="horz" wrap="square" lIns="0" tIns="0" rIns="0" bIns="0" rtlCol="0">
            <a:spAutoFit/>
          </a:bodyPr>
          <a:lstStyle/>
          <a:p>
            <a:pPr marL="55880">
              <a:lnSpc>
                <a:spcPts val="1835"/>
              </a:lnSpc>
            </a:pPr>
            <a:endParaRPr sz="1600" dirty="0">
              <a:latin typeface="Calibri"/>
              <a:cs typeface="Calibri"/>
            </a:endParaRPr>
          </a:p>
        </p:txBody>
      </p:sp>
      <p:sp>
        <p:nvSpPr>
          <p:cNvPr id="6" name="Holder 6"/>
          <p:cNvSpPr>
            <a:spLocks noGrp="1"/>
          </p:cNvSpPr>
          <p:nvPr>
            <p:ph type="sldNum" sz="quarter" idx="7"/>
          </p:nvPr>
        </p:nvSpPr>
        <p:spPr>
          <a:xfrm>
            <a:off x="11880850" y="6006693"/>
            <a:ext cx="311150" cy="215444"/>
          </a:xfrm>
        </p:spPr>
        <p:txBody>
          <a:bodyPr lIns="0" tIns="0" rIns="0" bIns="0"/>
          <a:lstStyle>
            <a:lvl1pPr algn="ctr">
              <a:defRPr sz="1400" b="0" i="0">
                <a:solidFill>
                  <a:schemeClr val="tx1">
                    <a:tint val="75000"/>
                  </a:schemeClr>
                </a:solidFill>
                <a:latin typeface="Trebuchet MS" panose="020B0703020202090204" pitchFamily="34" charset="0"/>
              </a:defRPr>
            </a:lvl1pPr>
          </a:lstStyle>
          <a:p>
            <a:pPr algn="ctr"/>
            <a:fld id="{B6F15528-21DE-4FAA-801E-634DDDAF4B2B}" type="slidenum">
              <a:rPr lang="en-US" altLang="zh-TW" smtClean="0"/>
              <a:pPr/>
              <a:t>‹#›</a:t>
            </a:fld>
            <a:endParaRPr lang="zh-TW" altLang="en-US" dirty="0"/>
          </a:p>
        </p:txBody>
      </p:sp>
    </p:spTree>
    <p:extLst>
      <p:ext uri="{BB962C8B-B14F-4D97-AF65-F5344CB8AC3E}">
        <p14:creationId xmlns:p14="http://schemas.microsoft.com/office/powerpoint/2010/main" val="319145323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一般內外部使用)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17">
            <a:extLst>
              <a:ext uri="{FF2B5EF4-FFF2-40B4-BE49-F238E27FC236}">
                <a16:creationId xmlns:a16="http://schemas.microsoft.com/office/drawing/2014/main" id="{F60A8F5F-83B1-BC42-302A-BEBBDE3575BD}"/>
              </a:ext>
            </a:extLst>
          </p:cNvPr>
          <p:cNvSpPr>
            <a:spLocks noGrp="1"/>
          </p:cNvSpPr>
          <p:nvPr>
            <p:ph type="body" sz="quarter" idx="10" hasCustomPrompt="1"/>
          </p:nvPr>
        </p:nvSpPr>
        <p:spPr>
          <a:xfrm>
            <a:off x="1791195" y="3722655"/>
            <a:ext cx="8618046" cy="792089"/>
          </a:xfrm>
          <a:prstGeom prst="rect">
            <a:avLst/>
          </a:prstGeom>
        </p:spPr>
        <p:txBody>
          <a:bodyPr lIns="0" tIns="72000" rIns="0" bIns="0" anchor="ctr" anchorCtr="0"/>
          <a:lstStyle>
            <a:lvl1pPr marL="0" indent="0" algn="ctr">
              <a:lnSpc>
                <a:spcPct val="100000"/>
              </a:lnSpc>
              <a:spcBef>
                <a:spcPts val="0"/>
              </a:spcBef>
              <a:spcAft>
                <a:spcPts val="0"/>
              </a:spcAft>
              <a:buFontTx/>
              <a:buNone/>
              <a:defRPr sz="2800" b="1" baseline="0">
                <a:solidFill>
                  <a:schemeClr val="tx2"/>
                </a:solidFill>
                <a:latin typeface="+mj-lt"/>
                <a:ea typeface="+mj-ea"/>
              </a:defRPr>
            </a:lvl1pPr>
          </a:lstStyle>
          <a:p>
            <a:pPr lvl="0"/>
            <a:r>
              <a:rPr lang="en-US"/>
              <a:t>Enter your subtitle here</a:t>
            </a:r>
            <a:r>
              <a:rPr lang="en-US" altLang="zh-TW"/>
              <a:t>/</a:t>
            </a:r>
            <a:r>
              <a:rPr lang="zh-TW" altLang="en-US"/>
              <a:t>副標題</a:t>
            </a:r>
            <a:endParaRPr lang="en-GB"/>
          </a:p>
        </p:txBody>
      </p:sp>
      <p:sp>
        <p:nvSpPr>
          <p:cNvPr id="11" name="Title 15">
            <a:extLst>
              <a:ext uri="{FF2B5EF4-FFF2-40B4-BE49-F238E27FC236}">
                <a16:creationId xmlns:a16="http://schemas.microsoft.com/office/drawing/2014/main" id="{5E29903C-3A77-04D4-EB8D-620930D430C5}"/>
              </a:ext>
            </a:extLst>
          </p:cNvPr>
          <p:cNvSpPr>
            <a:spLocks noGrp="1"/>
          </p:cNvSpPr>
          <p:nvPr>
            <p:ph type="title" hasCustomPrompt="1"/>
          </p:nvPr>
        </p:nvSpPr>
        <p:spPr>
          <a:xfrm>
            <a:off x="1791195" y="1809825"/>
            <a:ext cx="8618046" cy="1836000"/>
          </a:xfrm>
          <a:prstGeom prst="rect">
            <a:avLst/>
          </a:prstGeom>
        </p:spPr>
        <p:txBody>
          <a:bodyPr lIns="0" tIns="0" rIns="0" bIns="0" anchor="ctr" anchorCtr="0"/>
          <a:lstStyle>
            <a:lvl1pPr algn="ctr">
              <a:lnSpc>
                <a:spcPct val="120000"/>
              </a:lnSpc>
              <a:defRPr sz="3600" b="1" baseline="0">
                <a:solidFill>
                  <a:schemeClr val="tx2"/>
                </a:solidFill>
                <a:latin typeface="+mj-lt"/>
                <a:ea typeface="+mj-ea"/>
              </a:defRPr>
            </a:lvl1pPr>
          </a:lstStyle>
          <a:p>
            <a:r>
              <a:rPr lang="en-US"/>
              <a:t>Enter your title here</a:t>
            </a:r>
            <a:r>
              <a:rPr lang="en-US" altLang="zh-TW"/>
              <a:t>/</a:t>
            </a:r>
            <a:r>
              <a:rPr lang="zh-TW" altLang="en-US"/>
              <a:t>標題</a:t>
            </a:r>
            <a:endParaRPr lang="en-GB"/>
          </a:p>
        </p:txBody>
      </p:sp>
      <p:sp>
        <p:nvSpPr>
          <p:cNvPr id="13" name="Text Placeholder 31">
            <a:extLst>
              <a:ext uri="{FF2B5EF4-FFF2-40B4-BE49-F238E27FC236}">
                <a16:creationId xmlns:a16="http://schemas.microsoft.com/office/drawing/2014/main" id="{16339BFE-A765-8F29-853A-156DD08A01A0}"/>
              </a:ext>
            </a:extLst>
          </p:cNvPr>
          <p:cNvSpPr>
            <a:spLocks noGrp="1"/>
          </p:cNvSpPr>
          <p:nvPr>
            <p:ph type="body" sz="quarter" idx="18" hasCustomPrompt="1"/>
          </p:nvPr>
        </p:nvSpPr>
        <p:spPr>
          <a:xfrm>
            <a:off x="5051084" y="5643096"/>
            <a:ext cx="2098266" cy="432016"/>
          </a:xfrm>
          <a:prstGeom prst="rect">
            <a:avLst/>
          </a:prstGeom>
        </p:spPr>
        <p:txBody>
          <a:bodyPr lIns="0" tIns="0" rIns="0" bIns="0" anchor="ctr" anchorCtr="0"/>
          <a:lstStyle>
            <a:lvl1pPr marL="0" indent="0" algn="ctr">
              <a:lnSpc>
                <a:spcPct val="100000"/>
              </a:lnSpc>
              <a:spcBef>
                <a:spcPts val="0"/>
              </a:spcBef>
              <a:spcAft>
                <a:spcPts val="0"/>
              </a:spcAft>
              <a:buFontTx/>
              <a:buNone/>
              <a:defRPr sz="2000" baseline="0">
                <a:solidFill>
                  <a:schemeClr val="tx2"/>
                </a:solidFill>
                <a:latin typeface="+mn-lt"/>
                <a:ea typeface="+mn-ea"/>
              </a:defRPr>
            </a:lvl1pPr>
            <a:lvl2pPr>
              <a:defRPr sz="1400"/>
            </a:lvl2pPr>
            <a:lvl3pPr>
              <a:defRPr sz="1400"/>
            </a:lvl3pPr>
            <a:lvl4pPr>
              <a:defRPr sz="1400"/>
            </a:lvl4pPr>
            <a:lvl5pPr>
              <a:defRPr sz="1400"/>
            </a:lvl5pPr>
          </a:lstStyle>
          <a:p>
            <a:pPr lvl="0"/>
            <a:r>
              <a:rPr lang="en-US" altLang="zh-TW"/>
              <a:t>yyyy.mm.dd</a:t>
            </a:r>
            <a:endParaRPr lang="en-GB"/>
          </a:p>
        </p:txBody>
      </p:sp>
      <p:sp>
        <p:nvSpPr>
          <p:cNvPr id="14" name="矩形 13">
            <a:extLst>
              <a:ext uri="{FF2B5EF4-FFF2-40B4-BE49-F238E27FC236}">
                <a16:creationId xmlns:a16="http://schemas.microsoft.com/office/drawing/2014/main" id="{583798FD-4237-3530-57E2-BF152C1FB444}"/>
              </a:ext>
            </a:extLst>
          </p:cNvPr>
          <p:cNvSpPr/>
          <p:nvPr/>
        </p:nvSpPr>
        <p:spPr bwMode="auto">
          <a:xfrm>
            <a:off x="1616149" y="1360967"/>
            <a:ext cx="8952614" cy="48909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TW" altLang="en-US" sz="1200" b="1" i="0" u="none" strike="noStrike" cap="none" normalizeH="0" baseline="0" err="1">
              <a:ln>
                <a:noFill/>
              </a:ln>
              <a:solidFill>
                <a:schemeClr val="accent1"/>
              </a:solidFill>
              <a:effectLst/>
              <a:latin typeface="Arial" charset="0"/>
            </a:endParaRPr>
          </a:p>
        </p:txBody>
      </p:sp>
      <p:sp>
        <p:nvSpPr>
          <p:cNvPr id="15" name="Text Placeholder 31">
            <a:extLst>
              <a:ext uri="{FF2B5EF4-FFF2-40B4-BE49-F238E27FC236}">
                <a16:creationId xmlns:a16="http://schemas.microsoft.com/office/drawing/2014/main" id="{58110868-E592-43CE-C4AB-DD61449BC235}"/>
              </a:ext>
            </a:extLst>
          </p:cNvPr>
          <p:cNvSpPr>
            <a:spLocks noGrp="1"/>
          </p:cNvSpPr>
          <p:nvPr>
            <p:ph type="body" sz="quarter" idx="16" hasCustomPrompt="1"/>
          </p:nvPr>
        </p:nvSpPr>
        <p:spPr>
          <a:xfrm>
            <a:off x="1791194" y="4586751"/>
            <a:ext cx="8618046" cy="972000"/>
          </a:xfrm>
          <a:prstGeom prst="rect">
            <a:avLst/>
          </a:prstGeom>
        </p:spPr>
        <p:txBody>
          <a:bodyPr lIns="0" tIns="0" rIns="0" bIns="0" anchor="ctr" anchorCtr="0"/>
          <a:lstStyle>
            <a:lvl1pPr marL="0" indent="0" algn="ctr">
              <a:lnSpc>
                <a:spcPct val="100000"/>
              </a:lnSpc>
              <a:spcBef>
                <a:spcPts val="0"/>
              </a:spcBef>
              <a:spcAft>
                <a:spcPts val="0"/>
              </a:spcAft>
              <a:buFontTx/>
              <a:buNone/>
              <a:defRPr sz="2000" baseline="0">
                <a:solidFill>
                  <a:schemeClr val="tx2"/>
                </a:solidFill>
                <a:latin typeface="+mn-lt"/>
                <a:ea typeface="+mn-ea"/>
              </a:defRPr>
            </a:lvl1pPr>
            <a:lvl2pPr>
              <a:defRPr sz="1400"/>
            </a:lvl2pPr>
            <a:lvl3pPr>
              <a:defRPr sz="1400"/>
            </a:lvl3pPr>
            <a:lvl4pPr>
              <a:defRPr sz="1400"/>
            </a:lvl4pPr>
            <a:lvl5pPr>
              <a:defRPr sz="1400"/>
            </a:lvl5pPr>
          </a:lstStyle>
          <a:p>
            <a:pPr lvl="0"/>
            <a:r>
              <a:rPr lang="en-US"/>
              <a:t>Business Division</a:t>
            </a:r>
            <a:r>
              <a:rPr lang="zh-TW" altLang="en-US"/>
              <a:t> </a:t>
            </a:r>
            <a:r>
              <a:rPr lang="en-US"/>
              <a:t>/</a:t>
            </a:r>
            <a:r>
              <a:rPr lang="zh-TW" altLang="en-US"/>
              <a:t> </a:t>
            </a:r>
            <a:r>
              <a:rPr lang="en-US"/>
              <a:t>Department</a:t>
            </a:r>
          </a:p>
          <a:p>
            <a:pPr lvl="0"/>
            <a:r>
              <a:rPr lang="en-US"/>
              <a:t>Name / Presenter</a:t>
            </a:r>
            <a:br>
              <a:rPr lang="en-US"/>
            </a:br>
            <a:r>
              <a:rPr lang="en-US"/>
              <a:t>Company Name</a:t>
            </a:r>
            <a:endParaRPr lang="en-GB"/>
          </a:p>
        </p:txBody>
      </p:sp>
      <p:pic>
        <p:nvPicPr>
          <p:cNvPr id="3" name="圖片 2" descr="一張含有 螢幕擷取畫面, 圖形, 字型, 文字 的圖片&#10;&#10;AI 產生的內容可能不正確。">
            <a:extLst>
              <a:ext uri="{FF2B5EF4-FFF2-40B4-BE49-F238E27FC236}">
                <a16:creationId xmlns:a16="http://schemas.microsoft.com/office/drawing/2014/main" id="{A7986CD2-F276-6498-491B-323EEFD6BD87}"/>
              </a:ext>
            </a:extLst>
          </p:cNvPr>
          <p:cNvPicPr>
            <a:picLocks noChangeAspect="1"/>
          </p:cNvPicPr>
          <p:nvPr/>
        </p:nvPicPr>
        <p:blipFill>
          <a:blip r:embed="rId3"/>
          <a:stretch>
            <a:fillRect/>
          </a:stretch>
        </p:blipFill>
        <p:spPr>
          <a:xfrm>
            <a:off x="89316" y="359440"/>
            <a:ext cx="3940079" cy="908845"/>
          </a:xfrm>
          <a:prstGeom prst="rect">
            <a:avLst/>
          </a:prstGeom>
        </p:spPr>
      </p:pic>
    </p:spTree>
    <p:extLst>
      <p:ext uri="{BB962C8B-B14F-4D97-AF65-F5344CB8AC3E}">
        <p14:creationId xmlns:p14="http://schemas.microsoft.com/office/powerpoint/2010/main" val="203949732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對外使用）封面_高階主管/公司介紹使用_藍色">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圖片 12" descr="一張含有 戶外, 高層建築物, 天空, 大都會區 的圖片&#10;&#10;AI 產生的內容可能不正確。">
            <a:extLst>
              <a:ext uri="{FF2B5EF4-FFF2-40B4-BE49-F238E27FC236}">
                <a16:creationId xmlns:a16="http://schemas.microsoft.com/office/drawing/2014/main" id="{DF5989F6-64B7-FE34-C5CF-1D81725B96C0}"/>
              </a:ext>
            </a:extLst>
          </p:cNvPr>
          <p:cNvPicPr>
            <a:picLocks noChangeAspect="1"/>
          </p:cNvPicPr>
          <p:nvPr/>
        </p:nvPicPr>
        <p:blipFill>
          <a:blip r:embed="rId3">
            <a:alphaModFix/>
          </a:blip>
          <a:srcRect t="14959" r="15051" b="19693"/>
          <a:stretch/>
        </p:blipFill>
        <p:spPr>
          <a:xfrm>
            <a:off x="-1" y="0"/>
            <a:ext cx="12192000" cy="3169920"/>
          </a:xfrm>
          <a:prstGeom prst="rect">
            <a:avLst/>
          </a:prstGeom>
        </p:spPr>
      </p:pic>
      <p:sp>
        <p:nvSpPr>
          <p:cNvPr id="3" name="Text Placeholder 31">
            <a:extLst>
              <a:ext uri="{FF2B5EF4-FFF2-40B4-BE49-F238E27FC236}">
                <a16:creationId xmlns:a16="http://schemas.microsoft.com/office/drawing/2014/main" id="{3B1259DF-3F56-1023-6F8B-5567F7CE39B5}"/>
              </a:ext>
            </a:extLst>
          </p:cNvPr>
          <p:cNvSpPr>
            <a:spLocks noGrp="1"/>
          </p:cNvSpPr>
          <p:nvPr>
            <p:ph type="body" sz="quarter" idx="16" hasCustomPrompt="1"/>
          </p:nvPr>
        </p:nvSpPr>
        <p:spPr>
          <a:xfrm>
            <a:off x="1416000" y="4971319"/>
            <a:ext cx="9360000" cy="668217"/>
          </a:xfrm>
          <a:prstGeom prst="rect">
            <a:avLst/>
          </a:prstGeom>
        </p:spPr>
        <p:txBody>
          <a:bodyPr lIns="0" tIns="0" rIns="0" bIns="0" anchor="ctr" anchorCtr="0"/>
          <a:lstStyle>
            <a:lvl1pPr marL="0" indent="0" algn="ctr">
              <a:lnSpc>
                <a:spcPct val="100000"/>
              </a:lnSpc>
              <a:spcBef>
                <a:spcPts val="0"/>
              </a:spcBef>
              <a:spcAft>
                <a:spcPts val="0"/>
              </a:spcAft>
              <a:buNone/>
              <a:defRPr sz="2000" baseline="0">
                <a:solidFill>
                  <a:schemeClr val="tx2"/>
                </a:solidFill>
                <a:latin typeface="+mn-lt"/>
                <a:ea typeface="+mn-ea"/>
              </a:defRPr>
            </a:lvl1pPr>
            <a:lvl2pPr>
              <a:defRPr sz="1400"/>
            </a:lvl2pPr>
            <a:lvl3pPr>
              <a:defRPr sz="1400"/>
            </a:lvl3pPr>
            <a:lvl4pPr>
              <a:defRPr sz="1400"/>
            </a:lvl4pPr>
            <a:lvl5pPr>
              <a:defRPr sz="1400"/>
            </a:lvl5pPr>
          </a:lstStyle>
          <a:p>
            <a:pPr lvl="0"/>
            <a:r>
              <a:rPr lang="en-US"/>
              <a:t>Business Division</a:t>
            </a:r>
            <a:r>
              <a:rPr lang="zh-TW" altLang="en-US"/>
              <a:t> </a:t>
            </a:r>
            <a:r>
              <a:rPr lang="en-US"/>
              <a:t>/</a:t>
            </a:r>
            <a:r>
              <a:rPr lang="zh-TW" altLang="en-US"/>
              <a:t> </a:t>
            </a:r>
            <a:r>
              <a:rPr lang="en-US"/>
              <a:t>Department</a:t>
            </a:r>
            <a:br>
              <a:rPr lang="en-US"/>
            </a:br>
            <a:r>
              <a:rPr lang="en-US" altLang="zh-TW"/>
              <a:t>Company Name</a:t>
            </a:r>
            <a:endParaRPr lang="en-GB"/>
          </a:p>
        </p:txBody>
      </p:sp>
      <p:sp>
        <p:nvSpPr>
          <p:cNvPr id="4" name="Title 15">
            <a:extLst>
              <a:ext uri="{FF2B5EF4-FFF2-40B4-BE49-F238E27FC236}">
                <a16:creationId xmlns:a16="http://schemas.microsoft.com/office/drawing/2014/main" id="{F9C7FD12-AEFC-2930-499D-9C95070DA002}"/>
              </a:ext>
            </a:extLst>
          </p:cNvPr>
          <p:cNvSpPr>
            <a:spLocks noGrp="1"/>
          </p:cNvSpPr>
          <p:nvPr>
            <p:ph type="title" hasCustomPrompt="1"/>
          </p:nvPr>
        </p:nvSpPr>
        <p:spPr>
          <a:xfrm>
            <a:off x="1416001" y="3489523"/>
            <a:ext cx="9360000" cy="1440971"/>
          </a:xfrm>
          <a:prstGeom prst="rect">
            <a:avLst/>
          </a:prstGeom>
        </p:spPr>
        <p:txBody>
          <a:bodyPr lIns="0" tIns="0" rIns="0" bIns="0" anchor="ctr" anchorCtr="0"/>
          <a:lstStyle>
            <a:lvl1pPr algn="ctr">
              <a:lnSpc>
                <a:spcPct val="120000"/>
              </a:lnSpc>
              <a:defRPr sz="3600" b="1" baseline="0">
                <a:solidFill>
                  <a:schemeClr val="tx2"/>
                </a:solidFill>
                <a:latin typeface="+mj-lt"/>
                <a:ea typeface="+mj-ea"/>
              </a:defRPr>
            </a:lvl1pPr>
          </a:lstStyle>
          <a:p>
            <a:r>
              <a:rPr lang="en-US"/>
              <a:t>Enter your title here</a:t>
            </a:r>
            <a:r>
              <a:rPr lang="en-US" altLang="zh-TW"/>
              <a:t>/</a:t>
            </a:r>
            <a:r>
              <a:rPr lang="zh-TW" altLang="en-US"/>
              <a:t>標題</a:t>
            </a:r>
            <a:endParaRPr lang="en-GB"/>
          </a:p>
        </p:txBody>
      </p:sp>
      <p:sp>
        <p:nvSpPr>
          <p:cNvPr id="7" name="Text Placeholder 31">
            <a:extLst>
              <a:ext uri="{FF2B5EF4-FFF2-40B4-BE49-F238E27FC236}">
                <a16:creationId xmlns:a16="http://schemas.microsoft.com/office/drawing/2014/main" id="{2B94C9C1-7667-DE81-6681-05C779E47DE4}"/>
              </a:ext>
            </a:extLst>
          </p:cNvPr>
          <p:cNvSpPr>
            <a:spLocks noGrp="1"/>
          </p:cNvSpPr>
          <p:nvPr>
            <p:ph type="body" sz="quarter" idx="17" hasCustomPrompt="1"/>
          </p:nvPr>
        </p:nvSpPr>
        <p:spPr>
          <a:xfrm>
            <a:off x="5046867" y="5680361"/>
            <a:ext cx="2098266" cy="432016"/>
          </a:xfrm>
          <a:prstGeom prst="rect">
            <a:avLst/>
          </a:prstGeom>
        </p:spPr>
        <p:txBody>
          <a:bodyPr lIns="0" tIns="0" rIns="0" bIns="0" anchor="ctr" anchorCtr="0"/>
          <a:lstStyle>
            <a:lvl1pPr marL="0" indent="0" algn="ctr">
              <a:lnSpc>
                <a:spcPct val="100000"/>
              </a:lnSpc>
              <a:spcBef>
                <a:spcPts val="0"/>
              </a:spcBef>
              <a:spcAft>
                <a:spcPts val="0"/>
              </a:spcAft>
              <a:buNone/>
              <a:defRPr sz="2000" baseline="0">
                <a:solidFill>
                  <a:schemeClr val="tx2"/>
                </a:solidFill>
                <a:latin typeface="+mn-lt"/>
                <a:ea typeface="+mn-ea"/>
              </a:defRPr>
            </a:lvl1pPr>
            <a:lvl2pPr>
              <a:defRPr sz="1400"/>
            </a:lvl2pPr>
            <a:lvl3pPr>
              <a:defRPr sz="1400"/>
            </a:lvl3pPr>
            <a:lvl4pPr>
              <a:defRPr sz="1400"/>
            </a:lvl4pPr>
            <a:lvl5pPr>
              <a:defRPr sz="1400"/>
            </a:lvl5pPr>
          </a:lstStyle>
          <a:p>
            <a:pPr lvl="0"/>
            <a:r>
              <a:rPr lang="en-US" altLang="zh-TW"/>
              <a:t>yyyy.mm.dd</a:t>
            </a:r>
            <a:endParaRPr lang="en-GB"/>
          </a:p>
        </p:txBody>
      </p:sp>
      <p:pic>
        <p:nvPicPr>
          <p:cNvPr id="6" name="圖片 5" descr="一張含有 螢幕擷取畫面 的圖片&#10;&#10;AI 產生的內容可能不正確。">
            <a:extLst>
              <a:ext uri="{FF2B5EF4-FFF2-40B4-BE49-F238E27FC236}">
                <a16:creationId xmlns:a16="http://schemas.microsoft.com/office/drawing/2014/main" id="{2076D68A-CB22-5CD8-834C-1C410D477B80}"/>
              </a:ext>
            </a:extLst>
          </p:cNvPr>
          <p:cNvPicPr>
            <a:picLocks noChangeAspect="1"/>
          </p:cNvPicPr>
          <p:nvPr/>
        </p:nvPicPr>
        <p:blipFill>
          <a:blip r:embed="rId4"/>
          <a:srcRect b="93499"/>
          <a:stretch/>
        </p:blipFill>
        <p:spPr>
          <a:xfrm>
            <a:off x="0" y="0"/>
            <a:ext cx="12192000" cy="446646"/>
          </a:xfrm>
          <a:prstGeom prst="rect">
            <a:avLst/>
          </a:prstGeom>
        </p:spPr>
      </p:pic>
      <p:pic>
        <p:nvPicPr>
          <p:cNvPr id="5" name="圖片 4" descr="一張含有 文字, 字型, 標誌, 圖形 的圖片&#10;&#10;AI 產生的內容可能不正確。">
            <a:extLst>
              <a:ext uri="{FF2B5EF4-FFF2-40B4-BE49-F238E27FC236}">
                <a16:creationId xmlns:a16="http://schemas.microsoft.com/office/drawing/2014/main" id="{28F8E197-46D8-FD2A-0828-AB64669104A6}"/>
              </a:ext>
            </a:extLst>
          </p:cNvPr>
          <p:cNvPicPr>
            <a:picLocks noChangeAspect="1"/>
          </p:cNvPicPr>
          <p:nvPr/>
        </p:nvPicPr>
        <p:blipFill>
          <a:blip r:embed="rId5"/>
          <a:stretch>
            <a:fillRect/>
          </a:stretch>
        </p:blipFill>
        <p:spPr>
          <a:xfrm>
            <a:off x="56006" y="366462"/>
            <a:ext cx="3919927" cy="904196"/>
          </a:xfrm>
          <a:prstGeom prst="rect">
            <a:avLst/>
          </a:prstGeom>
        </p:spPr>
      </p:pic>
    </p:spTree>
    <p:extLst>
      <p:ext uri="{BB962C8B-B14F-4D97-AF65-F5344CB8AC3E}">
        <p14:creationId xmlns:p14="http://schemas.microsoft.com/office/powerpoint/2010/main" val="30921699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Content_1">
    <p:spTree>
      <p:nvGrpSpPr>
        <p:cNvPr id="1" name=""/>
        <p:cNvGrpSpPr/>
        <p:nvPr/>
      </p:nvGrpSpPr>
      <p:grpSpPr>
        <a:xfrm>
          <a:off x="0" y="0"/>
          <a:ext cx="0" cy="0"/>
          <a:chOff x="0" y="0"/>
          <a:chExt cx="0" cy="0"/>
        </a:xfrm>
      </p:grpSpPr>
      <p:sp>
        <p:nvSpPr>
          <p:cNvPr id="7" name="Content Placeholder 3"/>
          <p:cNvSpPr>
            <a:spLocks noGrp="1"/>
          </p:cNvSpPr>
          <p:nvPr>
            <p:ph sz="half" idx="2" hasCustomPrompt="1"/>
          </p:nvPr>
        </p:nvSpPr>
        <p:spPr>
          <a:xfrm>
            <a:off x="407988" y="1203650"/>
            <a:ext cx="11323328" cy="5141166"/>
          </a:xfrm>
          <a:prstGeom prst="rect">
            <a:avLst/>
          </a:prstGeom>
          <a:noFill/>
          <a:ln w="9525">
            <a:noFill/>
            <a:miter lim="800000"/>
            <a:headEnd/>
            <a:tailEnd/>
          </a:ln>
        </p:spPr>
        <p:txBody>
          <a:bodyPr lIns="0" tIns="64800" rIns="46800" bIns="64800"/>
          <a:lstStyle>
            <a:lvl1pPr marL="342900" indent="-342900" algn="l" defTabSz="815780" rtl="0" fontAlgn="base">
              <a:lnSpc>
                <a:spcPct val="100000"/>
              </a:lnSpc>
              <a:spcBef>
                <a:spcPts val="200"/>
              </a:spcBef>
              <a:spcAft>
                <a:spcPts val="200"/>
              </a:spcAft>
              <a:buClr>
                <a:schemeClr val="tx2"/>
              </a:buClr>
              <a:buSzPct val="90000"/>
              <a:buFont typeface="Wingdings" panose="05000000000000000000" pitchFamily="2" charset="2"/>
              <a:buChar char="n"/>
              <a:tabLst/>
              <a:defRPr lang="en-US" sz="2000" baseline="0" dirty="0" smtClean="0">
                <a:solidFill>
                  <a:schemeClr val="tx1"/>
                </a:solidFill>
                <a:latin typeface="+mn-lt"/>
                <a:ea typeface="+mn-ea"/>
                <a:cs typeface="+mn-cs"/>
              </a:defRPr>
            </a:lvl1pPr>
            <a:lvl2pPr marL="625475" indent="-287338" algn="l" defTabSz="815780" rtl="0" fontAlgn="base">
              <a:lnSpc>
                <a:spcPct val="100000"/>
              </a:lnSpc>
              <a:spcBef>
                <a:spcPts val="200"/>
              </a:spcBef>
              <a:spcAft>
                <a:spcPts val="200"/>
              </a:spcAft>
              <a:buClr>
                <a:schemeClr val="tx2"/>
              </a:buClr>
              <a:buSzPct val="70000"/>
              <a:buFont typeface="Wingdings" pitchFamily="2" charset="2"/>
              <a:buChar char="n"/>
              <a:defRPr lang="en-US" sz="1800" dirty="0" smtClean="0">
                <a:solidFill>
                  <a:schemeClr val="tx1"/>
                </a:solidFill>
                <a:latin typeface="+mn-lt"/>
                <a:ea typeface="+mn-ea"/>
                <a:cs typeface="+mn-cs"/>
              </a:defRPr>
            </a:lvl2pPr>
            <a:lvl3pPr marL="864000" marR="0" indent="-215900" algn="l" defTabSz="895350" rtl="0" eaLnBrk="1" fontAlgn="base" latinLnBrk="0" hangingPunct="1">
              <a:lnSpc>
                <a:spcPct val="100000"/>
              </a:lnSpc>
              <a:spcBef>
                <a:spcPts val="200"/>
              </a:spcBef>
              <a:spcAft>
                <a:spcPts val="200"/>
              </a:spcAft>
              <a:buClr>
                <a:schemeClr val="tx2"/>
              </a:buClr>
              <a:buSzPts val="1200"/>
              <a:buFont typeface="Arial" pitchFamily="34" charset="0"/>
              <a:buChar char="–"/>
              <a:tabLst/>
              <a:defRPr lang="en-US" sz="1800" dirty="0" smtClean="0">
                <a:solidFill>
                  <a:schemeClr val="tx1"/>
                </a:solidFill>
                <a:latin typeface="+mn-lt"/>
                <a:ea typeface="+mn-ea"/>
                <a:cs typeface="+mn-cs"/>
              </a:defRPr>
            </a:lvl3pPr>
            <a:lvl4pPr marL="1098000" indent="-215900" algn="l" defTabSz="815780" rtl="0" fontAlgn="base">
              <a:lnSpc>
                <a:spcPct val="100000"/>
              </a:lnSpc>
              <a:spcBef>
                <a:spcPts val="200"/>
              </a:spcBef>
              <a:spcAft>
                <a:spcPts val="200"/>
              </a:spcAft>
              <a:buClr>
                <a:schemeClr val="tx2"/>
              </a:buClr>
              <a:buSzPts val="1200"/>
              <a:buFont typeface="Symbol"/>
              <a:buChar char="-"/>
              <a:defRPr lang="en-US" sz="1600" baseline="0" dirty="0" smtClean="0">
                <a:solidFill>
                  <a:schemeClr val="tx1"/>
                </a:solidFill>
                <a:latin typeface="+mn-lt"/>
                <a:ea typeface="+mn-ea"/>
                <a:cs typeface="+mn-cs"/>
              </a:defRPr>
            </a:lvl4pPr>
            <a:lvl5pPr marL="1332000" indent="-216000" algn="l" defTabSz="815780" rtl="0" fontAlgn="base">
              <a:lnSpc>
                <a:spcPct val="100000"/>
              </a:lnSpc>
              <a:spcBef>
                <a:spcPts val="200"/>
              </a:spcBef>
              <a:spcAft>
                <a:spcPts val="200"/>
              </a:spcAft>
              <a:buClr>
                <a:schemeClr val="tx2"/>
              </a:buClr>
              <a:buSzPts val="1200"/>
              <a:buFont typeface="Symbol"/>
              <a:buChar char="-"/>
              <a:defRPr lang="en-GB" sz="1600" baseline="0" dirty="0" smtClean="0">
                <a:solidFill>
                  <a:schemeClr val="tx1"/>
                </a:solidFill>
                <a:latin typeface="+mn-lt"/>
                <a:ea typeface="+mn-ea"/>
                <a:cs typeface="+mn-cs"/>
              </a:defRPr>
            </a:lvl5pPr>
            <a:lvl6pPr>
              <a:defRPr sz="1400"/>
            </a:lvl6pPr>
            <a:lvl7pPr>
              <a:defRPr sz="1400"/>
            </a:lvl7pPr>
            <a:lvl8pPr>
              <a:defRPr sz="1400"/>
            </a:lvl8pPr>
            <a:lvl9pPr>
              <a:defRPr sz="1400"/>
            </a:lvl9pPr>
          </a:lstStyle>
          <a:p>
            <a:pPr lvl="0"/>
            <a:r>
              <a:rPr lang="en-GB" altLang="zh-TW"/>
              <a:t>Click to add text</a:t>
            </a:r>
          </a:p>
          <a:p>
            <a:pPr lvl="1"/>
            <a:r>
              <a:rPr lang="en-GB" altLang="zh-TW"/>
              <a:t>Level 1</a:t>
            </a:r>
          </a:p>
          <a:p>
            <a:pPr lvl="2"/>
            <a:r>
              <a:rPr lang="en-GB" altLang="zh-TW"/>
              <a:t>Level 2</a:t>
            </a:r>
          </a:p>
          <a:p>
            <a:pPr lvl="3"/>
            <a:r>
              <a:rPr lang="en-GB" altLang="zh-TW"/>
              <a:t>Level 3</a:t>
            </a:r>
          </a:p>
          <a:p>
            <a:pPr lvl="4"/>
            <a:r>
              <a:rPr lang="en-GB" altLang="zh-TW"/>
              <a:t>Level 4</a:t>
            </a:r>
          </a:p>
        </p:txBody>
      </p:sp>
      <p:sp>
        <p:nvSpPr>
          <p:cNvPr id="2" name="Slide Header Placeholder">
            <a:extLst>
              <a:ext uri="{FF2B5EF4-FFF2-40B4-BE49-F238E27FC236}">
                <a16:creationId xmlns:a16="http://schemas.microsoft.com/office/drawing/2014/main" id="{04C7DB3A-31B9-2241-236E-678C60A9483E}"/>
              </a:ext>
            </a:extLst>
          </p:cNvPr>
          <p:cNvSpPr>
            <a:spLocks noGrp="1"/>
          </p:cNvSpPr>
          <p:nvPr>
            <p:ph type="title" hasCustomPrompt="1"/>
          </p:nvPr>
        </p:nvSpPr>
        <p:spPr>
          <a:xfrm>
            <a:off x="407988" y="195941"/>
            <a:ext cx="11333758" cy="899785"/>
          </a:xfrm>
          <a:prstGeom prst="rect">
            <a:avLst/>
          </a:prstGeom>
        </p:spPr>
        <p:txBody>
          <a:bodyPr lIns="0" tIns="0" rIns="0" bIns="0" anchor="b" anchorCtr="0"/>
          <a:lstStyle>
            <a:lvl1pPr algn="l" defTabSz="957263" rtl="0" eaLnBrk="1" fontAlgn="base" hangingPunct="1">
              <a:lnSpc>
                <a:spcPct val="100000"/>
              </a:lnSpc>
              <a:spcBef>
                <a:spcPct val="0"/>
              </a:spcBef>
              <a:spcAft>
                <a:spcPct val="0"/>
              </a:spcAft>
              <a:defRPr lang="en-GB" sz="2800" b="1" baseline="0" dirty="0">
                <a:solidFill>
                  <a:schemeClr val="tx1"/>
                </a:solidFill>
                <a:latin typeface="+mn-lt"/>
                <a:ea typeface="+mn-ea"/>
                <a:cs typeface="Arial Unicode MS" pitchFamily="34" charset="-128"/>
              </a:defRPr>
            </a:lvl1pPr>
          </a:lstStyle>
          <a:p>
            <a:r>
              <a:rPr lang="en-GB"/>
              <a:t>Main text</a:t>
            </a:r>
            <a:br>
              <a:rPr lang="en-GB"/>
            </a:br>
            <a:r>
              <a:rPr lang="en-GB"/>
              <a:t>Subtitle（</a:t>
            </a:r>
            <a:r>
              <a:rPr lang="zh-TW" altLang="en-US"/>
              <a:t>可自由增加）</a:t>
            </a:r>
            <a:endParaRPr lang="en-GB"/>
          </a:p>
        </p:txBody>
      </p:sp>
      <p:sp>
        <p:nvSpPr>
          <p:cNvPr id="6" name="頁尾版面配置區 2">
            <a:extLst>
              <a:ext uri="{FF2B5EF4-FFF2-40B4-BE49-F238E27FC236}">
                <a16:creationId xmlns:a16="http://schemas.microsoft.com/office/drawing/2014/main" id="{D860F382-0A64-0ADD-DBCD-581BDE952DAC}"/>
              </a:ext>
            </a:extLst>
          </p:cNvPr>
          <p:cNvSpPr>
            <a:spLocks noGrp="1"/>
          </p:cNvSpPr>
          <p:nvPr>
            <p:ph type="ftr" sz="quarter" idx="3"/>
          </p:nvPr>
        </p:nvSpPr>
        <p:spPr>
          <a:xfrm>
            <a:off x="333338" y="6437589"/>
            <a:ext cx="9267862" cy="331777"/>
          </a:xfrm>
          <a:prstGeom prst="rect">
            <a:avLst/>
          </a:prstGeom>
        </p:spPr>
        <p:txBody>
          <a:bodyPr vert="horz" lIns="91440" tIns="18000" rIns="91440" bIns="18000" rtlCol="0" anchor="ctr"/>
          <a:lstStyle>
            <a:lvl1pPr algn="l">
              <a:defRPr sz="900">
                <a:solidFill>
                  <a:schemeClr val="tx1"/>
                </a:solidFill>
              </a:defRPr>
            </a:lvl1pPr>
          </a:lstStyle>
          <a:p>
            <a:r>
              <a:rPr lang="zh-TW" altLang="en-US" kern="0">
                <a:solidFill>
                  <a:prstClr val="black"/>
                </a:solidFill>
              </a:rPr>
              <a:t>資料來源：；資料日期：。 </a:t>
            </a:r>
            <a:endParaRPr lang="zh-TW" altLang="en-US" b="1" kern="0">
              <a:solidFill>
                <a:srgbClr val="D95729">
                  <a:lumMod val="75000"/>
                </a:srgbClr>
              </a:solidFill>
            </a:endParaRPr>
          </a:p>
        </p:txBody>
      </p:sp>
    </p:spTree>
    <p:extLst>
      <p:ext uri="{BB962C8B-B14F-4D97-AF65-F5344CB8AC3E}">
        <p14:creationId xmlns:p14="http://schemas.microsoft.com/office/powerpoint/2010/main" val="1247464065"/>
      </p:ext>
    </p:extLst>
  </p:cSld>
  <p:clrMapOvr>
    <a:masterClrMapping/>
  </p:clrMapOvr>
  <p:extLst>
    <p:ext uri="{DCECCB84-F9BA-43D5-87BE-67443E8EF086}">
      <p15:sldGuideLst xmlns:p15="http://schemas.microsoft.com/office/powerpoint/2012/main">
        <p15:guide id="1" orient="horz" pos="4042">
          <p15:clr>
            <a:srgbClr val="FBAE40"/>
          </p15:clr>
        </p15:guide>
        <p15:guide id="2" pos="75">
          <p15:clr>
            <a:srgbClr val="FBAE40"/>
          </p15:clr>
        </p15:guide>
        <p15:guide id="3" orient="horz" pos="754">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F05C426-2F80-AFF6-9EE0-36FE3B4D720A}"/>
              </a:ext>
            </a:extLst>
          </p:cNvPr>
          <p:cNvGraphicFramePr>
            <a:graphicFrameLocks/>
          </p:cNvGraphicFramePr>
          <p:nvPr userDrawn="1">
            <p:custDataLst>
              <p:tags r:id="rId1"/>
            </p:custDataLst>
            <p:extLst>
              <p:ext uri="{D42A27DB-BD31-4B8C-83A1-F6EECF244321}">
                <p14:modId xmlns:p14="http://schemas.microsoft.com/office/powerpoint/2010/main" val="123712852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6" name="think-cell data - do not delete" hidden="1">
                        <a:extLst>
                          <a:ext uri="{FF2B5EF4-FFF2-40B4-BE49-F238E27FC236}">
                            <a16:creationId xmlns:a16="http://schemas.microsoft.com/office/drawing/2014/main" id="{EF05C426-2F80-AFF6-9EE0-36FE3B4D720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Holder 2"/>
          <p:cNvSpPr>
            <a:spLocks noGrp="1"/>
          </p:cNvSpPr>
          <p:nvPr>
            <p:ph type="title"/>
          </p:nvPr>
        </p:nvSpPr>
        <p:spPr>
          <a:xfrm>
            <a:off x="389940" y="748665"/>
            <a:ext cx="11375340" cy="430887"/>
          </a:xfrm>
        </p:spPr>
        <p:txBody>
          <a:bodyPr lIns="0" tIns="0" rIns="0" bIns="0"/>
          <a:lstStyle>
            <a:lvl1pPr>
              <a:defRPr sz="2800" b="0" i="0">
                <a:solidFill>
                  <a:schemeClr val="tx1"/>
                </a:solidFill>
                <a:latin typeface="Trebuchet MS" panose="020B0703020202090204" pitchFamily="34" charset="0"/>
                <a:ea typeface="Microsoft JhengHei" panose="020B0604030504040204" pitchFamily="34" charset="-120"/>
                <a:cs typeface="Trebuchet MS" panose="020B0703020202090204" pitchFamily="34" charset="0"/>
              </a:defRPr>
            </a:lvl1pPr>
          </a:lstStyle>
          <a:p>
            <a:endParaRPr dirty="0"/>
          </a:p>
        </p:txBody>
      </p:sp>
      <p:sp>
        <p:nvSpPr>
          <p:cNvPr id="8" name="object 2">
            <a:extLst>
              <a:ext uri="{FF2B5EF4-FFF2-40B4-BE49-F238E27FC236}">
                <a16:creationId xmlns:a16="http://schemas.microsoft.com/office/drawing/2014/main" id="{48258663-44B4-A552-B5A5-5B15EDB09F83}"/>
              </a:ext>
            </a:extLst>
          </p:cNvPr>
          <p:cNvSpPr txBox="1"/>
          <p:nvPr userDrawn="1"/>
        </p:nvSpPr>
        <p:spPr>
          <a:xfrm>
            <a:off x="11881104" y="5996940"/>
            <a:ext cx="310896" cy="234950"/>
          </a:xfrm>
          <a:prstGeom prst="rect">
            <a:avLst/>
          </a:prstGeom>
          <a:solidFill>
            <a:srgbClr val="D9F0FF"/>
          </a:solidFill>
        </p:spPr>
        <p:txBody>
          <a:bodyPr vert="horz" wrap="square" lIns="0" tIns="0" rIns="0" bIns="0" rtlCol="0">
            <a:spAutoFit/>
          </a:bodyPr>
          <a:lstStyle/>
          <a:p>
            <a:pPr marL="55880">
              <a:lnSpc>
                <a:spcPts val="1835"/>
              </a:lnSpc>
            </a:pPr>
            <a:endParaRPr sz="1600" dirty="0">
              <a:latin typeface="Calibri"/>
              <a:cs typeface="Calibri"/>
            </a:endParaRPr>
          </a:p>
        </p:txBody>
      </p:sp>
      <p:sp>
        <p:nvSpPr>
          <p:cNvPr id="9" name="Holder 6">
            <a:extLst>
              <a:ext uri="{FF2B5EF4-FFF2-40B4-BE49-F238E27FC236}">
                <a16:creationId xmlns:a16="http://schemas.microsoft.com/office/drawing/2014/main" id="{452C0DD7-7D81-F74D-1945-05A5824AE378}"/>
              </a:ext>
            </a:extLst>
          </p:cNvPr>
          <p:cNvSpPr txBox="1">
            <a:spLocks/>
          </p:cNvSpPr>
          <p:nvPr userDrawn="1"/>
        </p:nvSpPr>
        <p:spPr>
          <a:xfrm>
            <a:off x="11880850" y="6006693"/>
            <a:ext cx="311150" cy="215444"/>
          </a:xfrm>
          <a:prstGeom prst="rect">
            <a:avLst/>
          </a:prstGeom>
        </p:spPr>
        <p:txBody>
          <a:bodyPr wrap="square" lIns="0" tIns="0" rIns="0" bIns="0">
            <a:spAutoFit/>
          </a:bodyPr>
          <a:lstStyle>
            <a:defPPr>
              <a:defRPr lang="en-US"/>
            </a:defPPr>
            <a:lvl1pPr marL="0" algn="ctr" defTabSz="914400" rtl="0" eaLnBrk="1" latinLnBrk="0" hangingPunct="1">
              <a:defRPr sz="1400" b="0" i="0" kern="1200">
                <a:solidFill>
                  <a:schemeClr val="tx1">
                    <a:tint val="75000"/>
                  </a:schemeClr>
                </a:solidFill>
                <a:latin typeface="Trebuchet MS" panose="020B0703020202090204" pitchFamily="34" charset="0"/>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TW" smtClean="0"/>
              <a:pPr/>
              <a:t>‹#›</a:t>
            </a:fld>
            <a:endParaRPr lang="zh-TW" altLang="en-US" dirty="0"/>
          </a:p>
        </p:txBody>
      </p:sp>
      <p:sp>
        <p:nvSpPr>
          <p:cNvPr id="10" name="矩形 9">
            <a:extLst>
              <a:ext uri="{FF2B5EF4-FFF2-40B4-BE49-F238E27FC236}">
                <a16:creationId xmlns:a16="http://schemas.microsoft.com/office/drawing/2014/main" id="{76FD9A45-82B4-1235-F938-3860784A6F48}"/>
              </a:ext>
            </a:extLst>
          </p:cNvPr>
          <p:cNvSpPr/>
          <p:nvPr userDrawn="1"/>
        </p:nvSpPr>
        <p:spPr>
          <a:xfrm>
            <a:off x="0" y="542544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34431213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Microsoft JhengHei"/>
                <a:cs typeface="Microsoft Jheng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tint val="75000"/>
                </a:prstClr>
              </a:solidFill>
              <a:effectLst/>
              <a:uLnTx/>
              <a:uFillTx/>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0" cap="none" spc="0" normalizeH="0" baseline="0" noProof="0">
                <a:ln>
                  <a:noFill/>
                </a:ln>
                <a:solidFill>
                  <a:prstClr val="black">
                    <a:tint val="75000"/>
                  </a:prstClr>
                </a:solidFill>
                <a:effectLst/>
                <a:uLnTx/>
                <a:uFillTx/>
              </a:rPr>
              <a:pPr marL="0" marR="0" lvl="0" indent="0" algn="l" defTabSz="914400" eaLnBrk="1" fontAlgn="auto" latinLnBrk="0" hangingPunct="1">
                <a:lnSpc>
                  <a:spcPct val="100000"/>
                </a:lnSpc>
                <a:spcBef>
                  <a:spcPts val="0"/>
                </a:spcBef>
                <a:spcAft>
                  <a:spcPts val="0"/>
                </a:spcAft>
                <a:buClrTx/>
                <a:buSzTx/>
                <a:buFontTx/>
                <a:buNone/>
                <a:tabLst/>
                <a:defRPr/>
              </a:pPr>
              <a:t>9/8/26</a:t>
            </a:fld>
            <a:endParaRPr kumimoji="0" lang="en-US"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sldNum" sz="quarter" idx="7"/>
          </p:nvPr>
        </p:nvSpPr>
        <p:spPr/>
        <p:txBody>
          <a:bodyPr lIns="0" tIns="0" rIns="0" bIns="0"/>
          <a:lstStyle>
            <a:lvl1pPr>
              <a:defRPr sz="1000" b="0" i="0">
                <a:solidFill>
                  <a:srgbClr val="404040"/>
                </a:solidFill>
                <a:latin typeface="Calibri"/>
                <a:cs typeface="Calibri"/>
              </a:defRPr>
            </a:lvl1pPr>
          </a:lstStyle>
          <a:p>
            <a:pPr marL="38100" marR="0" lvl="0" indent="0" defTabSz="914400" eaLnBrk="1" fontAlgn="auto" latinLnBrk="0" hangingPunct="1">
              <a:lnSpc>
                <a:spcPts val="1045"/>
              </a:lnSpc>
              <a:spcBef>
                <a:spcPts val="0"/>
              </a:spcBef>
              <a:spcAft>
                <a:spcPts val="0"/>
              </a:spcAft>
              <a:buClrTx/>
              <a:buSzTx/>
              <a:buFontTx/>
              <a:buNone/>
              <a:tabLst/>
              <a:defRPr/>
            </a:pPr>
            <a:fld id="{81D60167-4931-47E6-BA6A-407CBD079E47}" type="slidenum">
              <a:rPr kumimoji="0" sz="1000" b="0" i="0" u="none" strike="noStrike" kern="0" cap="none" spc="-25" normalizeH="0" baseline="0" noProof="0" dirty="0">
                <a:ln>
                  <a:noFill/>
                </a:ln>
                <a:solidFill>
                  <a:srgbClr val="404040"/>
                </a:solidFill>
                <a:effectLst/>
                <a:uLnTx/>
                <a:uFillTx/>
                <a:latin typeface="Calibri"/>
                <a:cs typeface="Calibri"/>
              </a:rPr>
              <a:pPr marL="38100" marR="0" lvl="0" indent="0" defTabSz="914400" eaLnBrk="1" fontAlgn="auto" latinLnBrk="0" hangingPunct="1">
                <a:lnSpc>
                  <a:spcPts val="1045"/>
                </a:lnSpc>
                <a:spcBef>
                  <a:spcPts val="0"/>
                </a:spcBef>
                <a:spcAft>
                  <a:spcPts val="0"/>
                </a:spcAft>
                <a:buClrTx/>
                <a:buSzTx/>
                <a:buFontTx/>
                <a:buNone/>
                <a:tabLst/>
                <a:defRPr/>
              </a:pPr>
              <a:t>‹#›</a:t>
            </a:fld>
            <a:endParaRPr kumimoji="0" sz="1000" b="0" i="0" u="none" strike="noStrike" kern="0" cap="none" spc="-25" normalizeH="0" baseline="0" noProof="0" dirty="0">
              <a:ln>
                <a:noFill/>
              </a:ln>
              <a:solidFill>
                <a:srgbClr val="404040"/>
              </a:solidFill>
              <a:effectLst/>
              <a:uLnTx/>
              <a:uFillTx/>
              <a:latin typeface="Calibri"/>
              <a:cs typeface="Calibri"/>
            </a:endParaRPr>
          </a:p>
        </p:txBody>
      </p:sp>
    </p:spTree>
    <p:extLst>
      <p:ext uri="{BB962C8B-B14F-4D97-AF65-F5344CB8AC3E}">
        <p14:creationId xmlns:p14="http://schemas.microsoft.com/office/powerpoint/2010/main" val="351929681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6.xml"/><Relationship Id="rId21" Type="http://schemas.openxmlformats.org/officeDocument/2006/relationships/slideLayout" Target="../slideLayouts/slideLayout91.xml"/><Relationship Id="rId42" Type="http://schemas.openxmlformats.org/officeDocument/2006/relationships/slideLayout" Target="../slideLayouts/slideLayout112.xml"/><Relationship Id="rId47" Type="http://schemas.openxmlformats.org/officeDocument/2006/relationships/slideLayout" Target="../slideLayouts/slideLayout117.xml"/><Relationship Id="rId63" Type="http://schemas.openxmlformats.org/officeDocument/2006/relationships/slideLayout" Target="../slideLayouts/slideLayout133.xml"/><Relationship Id="rId68" Type="http://schemas.openxmlformats.org/officeDocument/2006/relationships/theme" Target="../theme/theme2.xml"/><Relationship Id="rId7" Type="http://schemas.openxmlformats.org/officeDocument/2006/relationships/slideLayout" Target="../slideLayouts/slideLayout77.xml"/><Relationship Id="rId71" Type="http://schemas.openxmlformats.org/officeDocument/2006/relationships/image" Target="../media/image1.emf"/><Relationship Id="rId2" Type="http://schemas.openxmlformats.org/officeDocument/2006/relationships/slideLayout" Target="../slideLayouts/slideLayout72.xml"/><Relationship Id="rId16" Type="http://schemas.openxmlformats.org/officeDocument/2006/relationships/slideLayout" Target="../slideLayouts/slideLayout86.xml"/><Relationship Id="rId29" Type="http://schemas.openxmlformats.org/officeDocument/2006/relationships/slideLayout" Target="../slideLayouts/slideLayout99.xml"/><Relationship Id="rId11" Type="http://schemas.openxmlformats.org/officeDocument/2006/relationships/slideLayout" Target="../slideLayouts/slideLayout81.xml"/><Relationship Id="rId24" Type="http://schemas.openxmlformats.org/officeDocument/2006/relationships/slideLayout" Target="../slideLayouts/slideLayout94.xml"/><Relationship Id="rId32" Type="http://schemas.openxmlformats.org/officeDocument/2006/relationships/slideLayout" Target="../slideLayouts/slideLayout102.xml"/><Relationship Id="rId37" Type="http://schemas.openxmlformats.org/officeDocument/2006/relationships/slideLayout" Target="../slideLayouts/slideLayout107.xml"/><Relationship Id="rId40" Type="http://schemas.openxmlformats.org/officeDocument/2006/relationships/slideLayout" Target="../slideLayouts/slideLayout110.xml"/><Relationship Id="rId45" Type="http://schemas.openxmlformats.org/officeDocument/2006/relationships/slideLayout" Target="../slideLayouts/slideLayout115.xml"/><Relationship Id="rId53" Type="http://schemas.openxmlformats.org/officeDocument/2006/relationships/slideLayout" Target="../slideLayouts/slideLayout123.xml"/><Relationship Id="rId58" Type="http://schemas.openxmlformats.org/officeDocument/2006/relationships/slideLayout" Target="../slideLayouts/slideLayout128.xml"/><Relationship Id="rId66" Type="http://schemas.openxmlformats.org/officeDocument/2006/relationships/slideLayout" Target="../slideLayouts/slideLayout136.xml"/><Relationship Id="rId5" Type="http://schemas.openxmlformats.org/officeDocument/2006/relationships/slideLayout" Target="../slideLayouts/slideLayout75.xml"/><Relationship Id="rId61" Type="http://schemas.openxmlformats.org/officeDocument/2006/relationships/slideLayout" Target="../slideLayouts/slideLayout131.xml"/><Relationship Id="rId19" Type="http://schemas.openxmlformats.org/officeDocument/2006/relationships/slideLayout" Target="../slideLayouts/slideLayout89.xml"/><Relationship Id="rId14" Type="http://schemas.openxmlformats.org/officeDocument/2006/relationships/slideLayout" Target="../slideLayouts/slideLayout84.xml"/><Relationship Id="rId22" Type="http://schemas.openxmlformats.org/officeDocument/2006/relationships/slideLayout" Target="../slideLayouts/slideLayout92.xml"/><Relationship Id="rId27" Type="http://schemas.openxmlformats.org/officeDocument/2006/relationships/slideLayout" Target="../slideLayouts/slideLayout97.xml"/><Relationship Id="rId30" Type="http://schemas.openxmlformats.org/officeDocument/2006/relationships/slideLayout" Target="../slideLayouts/slideLayout100.xml"/><Relationship Id="rId35" Type="http://schemas.openxmlformats.org/officeDocument/2006/relationships/slideLayout" Target="../slideLayouts/slideLayout105.xml"/><Relationship Id="rId43" Type="http://schemas.openxmlformats.org/officeDocument/2006/relationships/slideLayout" Target="../slideLayouts/slideLayout113.xml"/><Relationship Id="rId48" Type="http://schemas.openxmlformats.org/officeDocument/2006/relationships/slideLayout" Target="../slideLayouts/slideLayout118.xml"/><Relationship Id="rId56" Type="http://schemas.openxmlformats.org/officeDocument/2006/relationships/slideLayout" Target="../slideLayouts/slideLayout126.xml"/><Relationship Id="rId64" Type="http://schemas.openxmlformats.org/officeDocument/2006/relationships/slideLayout" Target="../slideLayouts/slideLayout134.xml"/><Relationship Id="rId69" Type="http://schemas.openxmlformats.org/officeDocument/2006/relationships/tags" Target="../tags/tag76.xml"/><Relationship Id="rId8" Type="http://schemas.openxmlformats.org/officeDocument/2006/relationships/slideLayout" Target="../slideLayouts/slideLayout78.xml"/><Relationship Id="rId51" Type="http://schemas.openxmlformats.org/officeDocument/2006/relationships/slideLayout" Target="../slideLayouts/slideLayout121.xml"/><Relationship Id="rId3" Type="http://schemas.openxmlformats.org/officeDocument/2006/relationships/slideLayout" Target="../slideLayouts/slideLayout73.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slideLayout" Target="../slideLayouts/slideLayout95.xml"/><Relationship Id="rId33" Type="http://schemas.openxmlformats.org/officeDocument/2006/relationships/slideLayout" Target="../slideLayouts/slideLayout103.xml"/><Relationship Id="rId38" Type="http://schemas.openxmlformats.org/officeDocument/2006/relationships/slideLayout" Target="../slideLayouts/slideLayout108.xml"/><Relationship Id="rId46" Type="http://schemas.openxmlformats.org/officeDocument/2006/relationships/slideLayout" Target="../slideLayouts/slideLayout116.xml"/><Relationship Id="rId59" Type="http://schemas.openxmlformats.org/officeDocument/2006/relationships/slideLayout" Target="../slideLayouts/slideLayout129.xml"/><Relationship Id="rId67" Type="http://schemas.openxmlformats.org/officeDocument/2006/relationships/slideLayout" Target="../slideLayouts/slideLayout137.xml"/><Relationship Id="rId20" Type="http://schemas.openxmlformats.org/officeDocument/2006/relationships/slideLayout" Target="../slideLayouts/slideLayout90.xml"/><Relationship Id="rId41" Type="http://schemas.openxmlformats.org/officeDocument/2006/relationships/slideLayout" Target="../slideLayouts/slideLayout111.xml"/><Relationship Id="rId54" Type="http://schemas.openxmlformats.org/officeDocument/2006/relationships/slideLayout" Target="../slideLayouts/slideLayout124.xml"/><Relationship Id="rId62" Type="http://schemas.openxmlformats.org/officeDocument/2006/relationships/slideLayout" Target="../slideLayouts/slideLayout132.xml"/><Relationship Id="rId70" Type="http://schemas.openxmlformats.org/officeDocument/2006/relationships/oleObject" Target="../embeddings/oleObject1.bin"/><Relationship Id="rId1" Type="http://schemas.openxmlformats.org/officeDocument/2006/relationships/slideLayout" Target="../slideLayouts/slideLayout71.xml"/><Relationship Id="rId6" Type="http://schemas.openxmlformats.org/officeDocument/2006/relationships/slideLayout" Target="../slideLayouts/slideLayout76.xml"/><Relationship Id="rId15" Type="http://schemas.openxmlformats.org/officeDocument/2006/relationships/slideLayout" Target="../slideLayouts/slideLayout85.xml"/><Relationship Id="rId23" Type="http://schemas.openxmlformats.org/officeDocument/2006/relationships/slideLayout" Target="../slideLayouts/slideLayout93.xml"/><Relationship Id="rId28" Type="http://schemas.openxmlformats.org/officeDocument/2006/relationships/slideLayout" Target="../slideLayouts/slideLayout98.xml"/><Relationship Id="rId36" Type="http://schemas.openxmlformats.org/officeDocument/2006/relationships/slideLayout" Target="../slideLayouts/slideLayout106.xml"/><Relationship Id="rId49" Type="http://schemas.openxmlformats.org/officeDocument/2006/relationships/slideLayout" Target="../slideLayouts/slideLayout119.xml"/><Relationship Id="rId57" Type="http://schemas.openxmlformats.org/officeDocument/2006/relationships/slideLayout" Target="../slideLayouts/slideLayout127.xml"/><Relationship Id="rId10" Type="http://schemas.openxmlformats.org/officeDocument/2006/relationships/slideLayout" Target="../slideLayouts/slideLayout80.xml"/><Relationship Id="rId31" Type="http://schemas.openxmlformats.org/officeDocument/2006/relationships/slideLayout" Target="../slideLayouts/slideLayout101.xml"/><Relationship Id="rId44" Type="http://schemas.openxmlformats.org/officeDocument/2006/relationships/slideLayout" Target="../slideLayouts/slideLayout114.xml"/><Relationship Id="rId52" Type="http://schemas.openxmlformats.org/officeDocument/2006/relationships/slideLayout" Target="../slideLayouts/slideLayout122.xml"/><Relationship Id="rId60" Type="http://schemas.openxmlformats.org/officeDocument/2006/relationships/slideLayout" Target="../slideLayouts/slideLayout130.xml"/><Relationship Id="rId65" Type="http://schemas.openxmlformats.org/officeDocument/2006/relationships/slideLayout" Target="../slideLayouts/slideLayout135.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39" Type="http://schemas.openxmlformats.org/officeDocument/2006/relationships/slideLayout" Target="../slideLayouts/slideLayout109.xml"/><Relationship Id="rId34" Type="http://schemas.openxmlformats.org/officeDocument/2006/relationships/slideLayout" Target="../slideLayouts/slideLayout104.xml"/><Relationship Id="rId50" Type="http://schemas.openxmlformats.org/officeDocument/2006/relationships/slideLayout" Target="../slideLayouts/slideLayout120.xml"/><Relationship Id="rId55" Type="http://schemas.openxmlformats.org/officeDocument/2006/relationships/slideLayout" Target="../slideLayouts/slideLayout1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image" Target="../media/image95.emf"/><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oleObject" Target="../embeddings/oleObject99.bin"/><Relationship Id="rId2" Type="http://schemas.openxmlformats.org/officeDocument/2006/relationships/slideLayout" Target="../slideLayouts/slideLayout139.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tags" Target="../tags/tag147.xml"/><Relationship Id="rId5" Type="http://schemas.openxmlformats.org/officeDocument/2006/relationships/slideLayout" Target="../slideLayouts/slideLayout142.xml"/><Relationship Id="rId10" Type="http://schemas.openxmlformats.org/officeDocument/2006/relationships/theme" Target="../theme/theme3.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image" Target="../media/image96.png"/></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154.xml"/><Relationship Id="rId7" Type="http://schemas.openxmlformats.org/officeDocument/2006/relationships/image" Target="../media/image112.png"/><Relationship Id="rId2" Type="http://schemas.openxmlformats.org/officeDocument/2006/relationships/theme" Target="../theme/theme4.xml"/><Relationship Id="rId1" Type="http://schemas.openxmlformats.org/officeDocument/2006/relationships/slideLayout" Target="../slideLayouts/slideLayout147.xml"/><Relationship Id="rId6" Type="http://schemas.openxmlformats.org/officeDocument/2006/relationships/image" Target="../media/image111.png"/><Relationship Id="rId5" Type="http://schemas.openxmlformats.org/officeDocument/2006/relationships/image" Target="../media/image110.emf"/><Relationship Id="rId4" Type="http://schemas.openxmlformats.org/officeDocument/2006/relationships/oleObject" Target="../embeddings/oleObject106.bin"/></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156.xml"/><Relationship Id="rId7" Type="http://schemas.openxmlformats.org/officeDocument/2006/relationships/image" Target="../media/image112.png"/><Relationship Id="rId2" Type="http://schemas.openxmlformats.org/officeDocument/2006/relationships/theme" Target="../theme/theme5.xml"/><Relationship Id="rId1" Type="http://schemas.openxmlformats.org/officeDocument/2006/relationships/slideLayout" Target="../slideLayouts/slideLayout148.xml"/><Relationship Id="rId6" Type="http://schemas.openxmlformats.org/officeDocument/2006/relationships/image" Target="../media/image111.png"/><Relationship Id="rId5" Type="http://schemas.openxmlformats.org/officeDocument/2006/relationships/image" Target="../media/image110.emf"/><Relationship Id="rId4" Type="http://schemas.openxmlformats.org/officeDocument/2006/relationships/oleObject" Target="../embeddings/oleObject106.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72"/>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73" imgW="270" imgH="270" progId="TCLayout.ActiveDocument.1">
                  <p:embed/>
                </p:oleObj>
              </mc:Choice>
              <mc:Fallback>
                <p:oleObj name="think-cell 幻灯片" r:id="rId73" imgW="270" imgH="270" progId="TCLayout.ActiveDocument.1">
                  <p:embed/>
                  <p:pic>
                    <p:nvPicPr>
                      <p:cNvPr id="2" name="Object 1" hidden="1"/>
                      <p:cNvPicPr/>
                      <p:nvPr/>
                    </p:nvPicPr>
                    <p:blipFill>
                      <a:blip r:embed="rId74"/>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EC2F6B79-6839-F24F-9D7E-3DF9FB840061}" type="datetime1">
              <a:rPr lang="zh-TW" altLang="en-US" smtClean="0"/>
              <a:t>2026/9/8</a:t>
            </a:fld>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261" r:id="rId2"/>
    <p:sldLayoutId id="2147485262" r:id="rId3"/>
    <p:sldLayoutId id="2147485263" r:id="rId4"/>
    <p:sldLayoutId id="2147485086" r:id="rId5"/>
    <p:sldLayoutId id="2147485183" r:id="rId6"/>
    <p:sldLayoutId id="2147485158" r:id="rId7"/>
    <p:sldLayoutId id="2147485113" r:id="rId8"/>
    <p:sldLayoutId id="2147485114" r:id="rId9"/>
    <p:sldLayoutId id="2147485154" r:id="rId10"/>
    <p:sldLayoutId id="2147485162" r:id="rId11"/>
    <p:sldLayoutId id="2147485149" r:id="rId12"/>
    <p:sldLayoutId id="2147485087" r:id="rId13"/>
    <p:sldLayoutId id="2147485112" r:id="rId14"/>
    <p:sldLayoutId id="2147485155" r:id="rId15"/>
    <p:sldLayoutId id="2147485164" r:id="rId16"/>
    <p:sldLayoutId id="2147485109" r:id="rId17"/>
    <p:sldLayoutId id="2147485165" r:id="rId18"/>
    <p:sldLayoutId id="2147485110" r:id="rId19"/>
    <p:sldLayoutId id="2147485166" r:id="rId20"/>
    <p:sldLayoutId id="2147485156" r:id="rId21"/>
    <p:sldLayoutId id="2147485167" r:id="rId22"/>
    <p:sldLayoutId id="2147485108" r:id="rId23"/>
    <p:sldLayoutId id="2147485107" r:id="rId24"/>
    <p:sldLayoutId id="2147485106" r:id="rId25"/>
    <p:sldLayoutId id="2147485090" r:id="rId26"/>
    <p:sldLayoutId id="2147485091" r:id="rId27"/>
    <p:sldLayoutId id="2147485092" r:id="rId28"/>
    <p:sldLayoutId id="2147485093" r:id="rId29"/>
    <p:sldLayoutId id="2147485116" r:id="rId30"/>
    <p:sldLayoutId id="2147485161" r:id="rId31"/>
    <p:sldLayoutId id="2147485159" r:id="rId32"/>
    <p:sldLayoutId id="2147485119" r:id="rId33"/>
    <p:sldLayoutId id="2147485184" r:id="rId34"/>
    <p:sldLayoutId id="2147485137" r:id="rId35"/>
    <p:sldLayoutId id="2147485120" r:id="rId36"/>
    <p:sldLayoutId id="2147485121" r:id="rId37"/>
    <p:sldLayoutId id="2147485141" r:id="rId38"/>
    <p:sldLayoutId id="2147485163" r:id="rId39"/>
    <p:sldLayoutId id="2147485139" r:id="rId40"/>
    <p:sldLayoutId id="2147485140" r:id="rId41"/>
    <p:sldLayoutId id="2147485122" r:id="rId42"/>
    <p:sldLayoutId id="2147485123" r:id="rId43"/>
    <p:sldLayoutId id="2147485151" r:id="rId44"/>
    <p:sldLayoutId id="2147485168" r:id="rId45"/>
    <p:sldLayoutId id="2147485127" r:id="rId46"/>
    <p:sldLayoutId id="2147485169" r:id="rId47"/>
    <p:sldLayoutId id="2147485126" r:id="rId48"/>
    <p:sldLayoutId id="2147485170" r:id="rId49"/>
    <p:sldLayoutId id="2147485153" r:id="rId50"/>
    <p:sldLayoutId id="2147485171" r:id="rId51"/>
    <p:sldLayoutId id="2147485128" r:id="rId52"/>
    <p:sldLayoutId id="2147485129" r:id="rId53"/>
    <p:sldLayoutId id="2147485130" r:id="rId54"/>
    <p:sldLayoutId id="2147485131" r:id="rId55"/>
    <p:sldLayoutId id="2147485145" r:id="rId56"/>
    <p:sldLayoutId id="2147485133" r:id="rId57"/>
    <p:sldLayoutId id="2147485144" r:id="rId58"/>
    <p:sldLayoutId id="2147485134" r:id="rId59"/>
    <p:sldLayoutId id="2147485146" r:id="rId60"/>
    <p:sldLayoutId id="2147485160" r:id="rId61"/>
    <p:sldLayoutId id="2147485172" r:id="rId62"/>
    <p:sldLayoutId id="2147485173" r:id="rId63"/>
    <p:sldLayoutId id="2147485174" r:id="rId64"/>
    <p:sldLayoutId id="2147485175" r:id="rId65"/>
    <p:sldLayoutId id="2147485176" r:id="rId66"/>
    <p:sldLayoutId id="2147485177" r:id="rId67"/>
    <p:sldLayoutId id="2147485178" r:id="rId68"/>
    <p:sldLayoutId id="2147485179" r:id="rId69"/>
    <p:sldLayoutId id="2147485180" r:id="rId70"/>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70" imgW="270" imgH="270" progId="TCLayout.ActiveDocument.1">
                  <p:embed/>
                </p:oleObj>
              </mc:Choice>
              <mc:Fallback>
                <p:oleObj name="think-cell 幻灯片"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fld id="{B25D9DFF-02BF-9742-91FC-E911648CEF50}" type="datetime1">
              <a:rPr lang="zh-TW" altLang="en-US" smtClean="0"/>
              <a:t>2026/9/8</a:t>
            </a:fld>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2397580355"/>
      </p:ext>
    </p:extLst>
  </p:cSld>
  <p:clrMap bg1="lt1" tx1="dk1" bg2="lt2" tx2="dk2" accent1="accent1" accent2="accent2" accent3="accent3" accent4="accent4" accent5="accent5" accent6="accent6" hlink="hlink" folHlink="folHlink"/>
  <p:sldLayoutIdLst>
    <p:sldLayoutId id="2147485193" r:id="rId1"/>
    <p:sldLayoutId id="2147485194" r:id="rId2"/>
    <p:sldLayoutId id="2147485195" r:id="rId3"/>
    <p:sldLayoutId id="2147485196" r:id="rId4"/>
    <p:sldLayoutId id="2147485197" r:id="rId5"/>
    <p:sldLayoutId id="2147485198" r:id="rId6"/>
    <p:sldLayoutId id="2147485199" r:id="rId7"/>
    <p:sldLayoutId id="2147485200" r:id="rId8"/>
    <p:sldLayoutId id="2147485201" r:id="rId9"/>
    <p:sldLayoutId id="2147485202" r:id="rId10"/>
    <p:sldLayoutId id="2147485203" r:id="rId11"/>
    <p:sldLayoutId id="2147485204" r:id="rId12"/>
    <p:sldLayoutId id="2147485205" r:id="rId13"/>
    <p:sldLayoutId id="2147485206" r:id="rId14"/>
    <p:sldLayoutId id="2147485207" r:id="rId15"/>
    <p:sldLayoutId id="2147485208" r:id="rId16"/>
    <p:sldLayoutId id="2147485209" r:id="rId17"/>
    <p:sldLayoutId id="2147485210" r:id="rId18"/>
    <p:sldLayoutId id="2147485211" r:id="rId19"/>
    <p:sldLayoutId id="2147485212" r:id="rId20"/>
    <p:sldLayoutId id="2147485213" r:id="rId21"/>
    <p:sldLayoutId id="2147485214" r:id="rId22"/>
    <p:sldLayoutId id="2147485215" r:id="rId23"/>
    <p:sldLayoutId id="2147485216" r:id="rId24"/>
    <p:sldLayoutId id="2147485217" r:id="rId25"/>
    <p:sldLayoutId id="2147485218" r:id="rId26"/>
    <p:sldLayoutId id="2147485219" r:id="rId27"/>
    <p:sldLayoutId id="2147485220" r:id="rId28"/>
    <p:sldLayoutId id="2147485221" r:id="rId29"/>
    <p:sldLayoutId id="2147485222" r:id="rId30"/>
    <p:sldLayoutId id="2147485223" r:id="rId31"/>
    <p:sldLayoutId id="2147485224" r:id="rId32"/>
    <p:sldLayoutId id="2147485225" r:id="rId33"/>
    <p:sldLayoutId id="2147485226" r:id="rId34"/>
    <p:sldLayoutId id="2147485227" r:id="rId35"/>
    <p:sldLayoutId id="2147485228" r:id="rId36"/>
    <p:sldLayoutId id="2147485229" r:id="rId37"/>
    <p:sldLayoutId id="2147485230" r:id="rId38"/>
    <p:sldLayoutId id="2147485231" r:id="rId39"/>
    <p:sldLayoutId id="2147485232" r:id="rId40"/>
    <p:sldLayoutId id="2147485233" r:id="rId41"/>
    <p:sldLayoutId id="2147485234" r:id="rId42"/>
    <p:sldLayoutId id="2147485235" r:id="rId43"/>
    <p:sldLayoutId id="2147485236" r:id="rId44"/>
    <p:sldLayoutId id="2147485237" r:id="rId45"/>
    <p:sldLayoutId id="2147485238" r:id="rId46"/>
    <p:sldLayoutId id="2147485239" r:id="rId47"/>
    <p:sldLayoutId id="2147485240" r:id="rId48"/>
    <p:sldLayoutId id="2147485241" r:id="rId49"/>
    <p:sldLayoutId id="2147485242" r:id="rId50"/>
    <p:sldLayoutId id="2147485243" r:id="rId51"/>
    <p:sldLayoutId id="2147485244" r:id="rId52"/>
    <p:sldLayoutId id="2147485245" r:id="rId53"/>
    <p:sldLayoutId id="2147485246" r:id="rId54"/>
    <p:sldLayoutId id="2147485247" r:id="rId55"/>
    <p:sldLayoutId id="2147485248" r:id="rId56"/>
    <p:sldLayoutId id="2147485249" r:id="rId57"/>
    <p:sldLayoutId id="2147485250" r:id="rId58"/>
    <p:sldLayoutId id="2147485251" r:id="rId59"/>
    <p:sldLayoutId id="2147485252" r:id="rId60"/>
    <p:sldLayoutId id="2147485253" r:id="rId61"/>
    <p:sldLayoutId id="2147485254" r:id="rId62"/>
    <p:sldLayoutId id="2147485255" r:id="rId63"/>
    <p:sldLayoutId id="2147485256" r:id="rId64"/>
    <p:sldLayoutId id="2147485257" r:id="rId65"/>
    <p:sldLayoutId id="2147485258" r:id="rId66"/>
    <p:sldLayoutId id="2147485259"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56CA9BB-EED7-4EAE-7A9A-BE7E1545379B}"/>
              </a:ext>
            </a:extLst>
          </p:cNvPr>
          <p:cNvGraphicFramePr>
            <a:graphicFrameLocks/>
          </p:cNvGraphicFramePr>
          <p:nvPr userDrawn="1">
            <p:custDataLst>
              <p:tags r:id="rId11"/>
            </p:custDataLst>
            <p:extLst>
              <p:ext uri="{D42A27DB-BD31-4B8C-83A1-F6EECF244321}">
                <p14:modId xmlns:p14="http://schemas.microsoft.com/office/powerpoint/2010/main" val="5584877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2" imgW="7772400" imgH="10058400" progId="TCLayout.ActiveDocument.1">
                  <p:embed/>
                </p:oleObj>
              </mc:Choice>
              <mc:Fallback>
                <p:oleObj name="think-cell 幻灯片" r:id="rId12" imgW="7772400" imgH="10058400" progId="TCLayout.ActiveDocument.1">
                  <p:embed/>
                  <p:pic>
                    <p:nvPicPr>
                      <p:cNvPr id="7" name="think-cell data - do not delete" hidden="1">
                        <a:extLst>
                          <a:ext uri="{FF2B5EF4-FFF2-40B4-BE49-F238E27FC236}">
                            <a16:creationId xmlns:a16="http://schemas.microsoft.com/office/drawing/2014/main" id="{E56CA9BB-EED7-4EAE-7A9A-BE7E1545379B}"/>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pic>
        <p:nvPicPr>
          <p:cNvPr id="16" name="bg object 16"/>
          <p:cNvPicPr/>
          <p:nvPr/>
        </p:nvPicPr>
        <p:blipFill>
          <a:blip r:embed="rId14" cstate="print"/>
          <a:stretch>
            <a:fillRect/>
          </a:stretch>
        </p:blipFill>
        <p:spPr>
          <a:xfrm>
            <a:off x="0" y="0"/>
            <a:ext cx="12007771" cy="6857998"/>
          </a:xfrm>
          <a:prstGeom prst="rect">
            <a:avLst/>
          </a:prstGeom>
        </p:spPr>
      </p:pic>
      <p:sp>
        <p:nvSpPr>
          <p:cNvPr id="17" name="bg object 17"/>
          <p:cNvSpPr/>
          <p:nvPr/>
        </p:nvSpPr>
        <p:spPr>
          <a:xfrm>
            <a:off x="364236" y="789431"/>
            <a:ext cx="11431905" cy="0"/>
          </a:xfrm>
          <a:custGeom>
            <a:avLst/>
            <a:gdLst/>
            <a:ahLst/>
            <a:cxnLst/>
            <a:rect l="l" t="t" r="r" b="b"/>
            <a:pathLst>
              <a:path w="11431905">
                <a:moveTo>
                  <a:pt x="0" y="0"/>
                </a:moveTo>
                <a:lnTo>
                  <a:pt x="11431524" y="0"/>
                </a:lnTo>
              </a:path>
            </a:pathLst>
          </a:custGeom>
          <a:ln w="12700">
            <a:solidFill>
              <a:srgbClr val="003685"/>
            </a:solidFill>
          </a:ln>
        </p:spPr>
        <p:txBody>
          <a:bodyPr wrap="square" lIns="0" tIns="0" rIns="0" bIns="0" rtlCol="0"/>
          <a:lstStyle/>
          <a:p>
            <a:endParaRPr/>
          </a:p>
        </p:txBody>
      </p:sp>
      <p:sp>
        <p:nvSpPr>
          <p:cNvPr id="2" name="Holder 2"/>
          <p:cNvSpPr>
            <a:spLocks noGrp="1"/>
          </p:cNvSpPr>
          <p:nvPr>
            <p:ph type="title"/>
          </p:nvPr>
        </p:nvSpPr>
        <p:spPr>
          <a:xfrm>
            <a:off x="495096" y="239395"/>
            <a:ext cx="4094479" cy="513715"/>
          </a:xfrm>
          <a:prstGeom prst="rect">
            <a:avLst/>
          </a:prstGeom>
        </p:spPr>
        <p:txBody>
          <a:bodyPr wrap="square" lIns="0" tIns="0" rIns="0" bIns="0">
            <a:spAutoFit/>
          </a:bodyPr>
          <a:lstStyle>
            <a:lvl1pPr>
              <a:defRPr sz="3200" b="1" i="0">
                <a:solidFill>
                  <a:schemeClr val="tx1"/>
                </a:solidFill>
                <a:latin typeface="Microsoft JhengHei"/>
                <a:cs typeface="Microsoft JhengHei"/>
              </a:defRPr>
            </a:lvl1pPr>
          </a:lstStyle>
          <a:p>
            <a:endParaRPr/>
          </a:p>
        </p:txBody>
      </p:sp>
      <p:sp>
        <p:nvSpPr>
          <p:cNvPr id="3" name="Holder 3"/>
          <p:cNvSpPr>
            <a:spLocks noGrp="1"/>
          </p:cNvSpPr>
          <p:nvPr>
            <p:ph type="body" idx="1"/>
          </p:nvPr>
        </p:nvSpPr>
        <p:spPr>
          <a:xfrm>
            <a:off x="575525" y="1427861"/>
            <a:ext cx="11188700" cy="440118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8B35845B-2F60-F046-9EB1-1F62602A0582}" type="datetime1">
              <a:rPr lang="zh-TW" altLang="en-US" smtClean="0"/>
              <a:t>2026/9/8</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31807715"/>
      </p:ext>
    </p:extLst>
  </p:cSld>
  <p:clrMap bg1="lt1" tx1="dk1" bg2="lt2" tx2="dk2" accent1="accent1" accent2="accent2" accent3="accent3" accent4="accent4" accent5="accent5" accent6="accent6" hlink="hlink" folHlink="folHlink"/>
  <p:sldLayoutIdLst>
    <p:sldLayoutId id="2147485265" r:id="rId1"/>
    <p:sldLayoutId id="2147485270" r:id="rId2"/>
    <p:sldLayoutId id="2147485271" r:id="rId3"/>
    <p:sldLayoutId id="2147485272" r:id="rId4"/>
    <p:sldLayoutId id="2147485273" r:id="rId5"/>
    <p:sldLayoutId id="2147485266" r:id="rId6"/>
    <p:sldLayoutId id="2147485278" r:id="rId7"/>
    <p:sldLayoutId id="2147485279" r:id="rId8"/>
    <p:sldLayoutId id="2147485280" r:id="rId9"/>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59B6CD9-8CC0-F0CA-C339-A47DB2755B2A}"/>
              </a:ext>
            </a:extLst>
          </p:cNvPr>
          <p:cNvGraphicFramePr>
            <a:graphicFrameLocks/>
          </p:cNvGraphicFramePr>
          <p:nvPr userDrawn="1">
            <p:custDataLst>
              <p:tags r:id="rId3"/>
            </p:custDataLst>
            <p:extLst>
              <p:ext uri="{D42A27DB-BD31-4B8C-83A1-F6EECF244321}">
                <p14:modId xmlns:p14="http://schemas.microsoft.com/office/powerpoint/2010/main" val="3780289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4" imgW="7772400" imgH="10058400" progId="TCLayout.ActiveDocument.1">
                  <p:embed/>
                </p:oleObj>
              </mc:Choice>
              <mc:Fallback>
                <p:oleObj name="think-cell 幻灯片" r:id="rId4" imgW="7772400" imgH="10058400" progId="TCLayout.ActiveDocument.1">
                  <p:embed/>
                  <p:pic>
                    <p:nvPicPr>
                      <p:cNvPr id="7" name="think-cell data - do not delete" hidden="1">
                        <a:extLst>
                          <a:ext uri="{FF2B5EF4-FFF2-40B4-BE49-F238E27FC236}">
                            <a16:creationId xmlns:a16="http://schemas.microsoft.com/office/drawing/2014/main" id="{759B6CD9-8CC0-F0CA-C339-A47DB2755B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6" name="bg object 16"/>
          <p:cNvPicPr/>
          <p:nvPr/>
        </p:nvPicPr>
        <p:blipFill>
          <a:blip r:embed="rId6" cstate="print"/>
          <a:stretch>
            <a:fillRect/>
          </a:stretch>
        </p:blipFill>
        <p:spPr>
          <a:xfrm>
            <a:off x="0" y="0"/>
            <a:ext cx="12049125" cy="6857999"/>
          </a:xfrm>
          <a:prstGeom prst="rect">
            <a:avLst/>
          </a:prstGeom>
        </p:spPr>
      </p:pic>
      <p:sp>
        <p:nvSpPr>
          <p:cNvPr id="17" name="bg object 17"/>
          <p:cNvSpPr/>
          <p:nvPr/>
        </p:nvSpPr>
        <p:spPr>
          <a:xfrm>
            <a:off x="364236" y="1260347"/>
            <a:ext cx="11431905" cy="0"/>
          </a:xfrm>
          <a:custGeom>
            <a:avLst/>
            <a:gdLst/>
            <a:ahLst/>
            <a:cxnLst/>
            <a:rect l="l" t="t" r="r" b="b"/>
            <a:pathLst>
              <a:path w="11431905">
                <a:moveTo>
                  <a:pt x="0" y="0"/>
                </a:moveTo>
                <a:lnTo>
                  <a:pt x="11431524" y="0"/>
                </a:lnTo>
              </a:path>
            </a:pathLst>
          </a:custGeom>
          <a:ln w="12192">
            <a:solidFill>
              <a:srgbClr val="0036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0" y="6179820"/>
            <a:ext cx="311150" cy="144780"/>
          </a:xfrm>
          <a:custGeom>
            <a:avLst/>
            <a:gdLst/>
            <a:ahLst/>
            <a:cxnLst/>
            <a:rect l="l" t="t" r="r" b="b"/>
            <a:pathLst>
              <a:path w="311150" h="144779">
                <a:moveTo>
                  <a:pt x="310896" y="0"/>
                </a:moveTo>
                <a:lnTo>
                  <a:pt x="0" y="0"/>
                </a:lnTo>
                <a:lnTo>
                  <a:pt x="0" y="144779"/>
                </a:lnTo>
                <a:lnTo>
                  <a:pt x="310896" y="144779"/>
                </a:lnTo>
                <a:lnTo>
                  <a:pt x="310896" y="0"/>
                </a:lnTo>
                <a:close/>
              </a:path>
            </a:pathLst>
          </a:custGeom>
          <a:solidFill>
            <a:srgbClr val="D9F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364236" y="6368796"/>
            <a:ext cx="11431905" cy="0"/>
          </a:xfrm>
          <a:custGeom>
            <a:avLst/>
            <a:gdLst/>
            <a:ahLst/>
            <a:cxnLst/>
            <a:rect l="l" t="t" r="r" b="b"/>
            <a:pathLst>
              <a:path w="11431905">
                <a:moveTo>
                  <a:pt x="0" y="0"/>
                </a:moveTo>
                <a:lnTo>
                  <a:pt x="11431524" y="0"/>
                </a:lnTo>
              </a:path>
            </a:pathLst>
          </a:custGeom>
          <a:ln w="12192">
            <a:solidFill>
              <a:srgbClr val="0036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0" name="bg object 20"/>
          <p:cNvPicPr/>
          <p:nvPr/>
        </p:nvPicPr>
        <p:blipFill>
          <a:blip r:embed="rId7" cstate="print"/>
          <a:stretch>
            <a:fillRect/>
          </a:stretch>
        </p:blipFill>
        <p:spPr>
          <a:xfrm>
            <a:off x="9610343" y="6312408"/>
            <a:ext cx="2430779" cy="545589"/>
          </a:xfrm>
          <a:prstGeom prst="rect">
            <a:avLst/>
          </a:prstGeom>
        </p:spPr>
      </p:pic>
      <p:sp>
        <p:nvSpPr>
          <p:cNvPr id="2" name="Holder 2"/>
          <p:cNvSpPr>
            <a:spLocks noGrp="1"/>
          </p:cNvSpPr>
          <p:nvPr>
            <p:ph type="title"/>
          </p:nvPr>
        </p:nvSpPr>
        <p:spPr>
          <a:xfrm>
            <a:off x="389940" y="748665"/>
            <a:ext cx="3223895" cy="452119"/>
          </a:xfrm>
          <a:prstGeom prst="rect">
            <a:avLst/>
          </a:prstGeom>
        </p:spPr>
        <p:txBody>
          <a:bodyPr wrap="square" lIns="0" tIns="0" rIns="0" bIns="0">
            <a:spAutoFit/>
          </a:bodyPr>
          <a:lstStyle>
            <a:lvl1pPr>
              <a:defRPr sz="2800" b="1" i="0">
                <a:solidFill>
                  <a:schemeClr val="tx1"/>
                </a:solidFill>
                <a:latin typeface="Microsoft JhengHei"/>
                <a:cs typeface="Microsoft JhengHei"/>
              </a:defRPr>
            </a:lvl1pPr>
          </a:lstStyle>
          <a:p>
            <a:endParaRPr/>
          </a:p>
        </p:txBody>
      </p:sp>
      <p:sp>
        <p:nvSpPr>
          <p:cNvPr id="3" name="Holder 3"/>
          <p:cNvSpPr>
            <a:spLocks noGrp="1"/>
          </p:cNvSpPr>
          <p:nvPr>
            <p:ph type="body" idx="1"/>
          </p:nvPr>
        </p:nvSpPr>
        <p:spPr>
          <a:xfrm>
            <a:off x="344487" y="1322450"/>
            <a:ext cx="11431905" cy="40881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0" cap="none" spc="0" normalizeH="0" baseline="0" noProof="0">
                <a:ln>
                  <a:noFill/>
                </a:ln>
                <a:solidFill>
                  <a:prstClr val="black">
                    <a:tint val="75000"/>
                  </a:prstClr>
                </a:solidFill>
                <a:effectLst/>
                <a:uLnTx/>
                <a:uFillTx/>
              </a:rPr>
              <a:pPr marL="0" marR="0" lvl="0" indent="0" algn="l" defTabSz="914400" eaLnBrk="1" fontAlgn="auto" latinLnBrk="0" hangingPunct="1">
                <a:lnSpc>
                  <a:spcPct val="100000"/>
                </a:lnSpc>
                <a:spcBef>
                  <a:spcPts val="0"/>
                </a:spcBef>
                <a:spcAft>
                  <a:spcPts val="0"/>
                </a:spcAft>
                <a:buClrTx/>
                <a:buSzTx/>
                <a:buFontTx/>
                <a:buNone/>
                <a:tabLst/>
                <a:defRPr/>
              </a:pPr>
              <a:t>9/8/26</a:t>
            </a:fld>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a:xfrm>
            <a:off x="15849" y="6192951"/>
            <a:ext cx="217170" cy="152400"/>
          </a:xfrm>
          <a:prstGeom prst="rect">
            <a:avLst/>
          </a:prstGeom>
        </p:spPr>
        <p:txBody>
          <a:bodyPr wrap="square" lIns="0" tIns="0" rIns="0" bIns="0">
            <a:spAutoFit/>
          </a:bodyPr>
          <a:lstStyle>
            <a:lvl1pPr>
              <a:defRPr sz="1000" b="0" i="0">
                <a:solidFill>
                  <a:srgbClr val="404040"/>
                </a:solidFill>
                <a:latin typeface="Calibri"/>
                <a:cs typeface="Calibri"/>
              </a:defRPr>
            </a:lvl1pPr>
          </a:lstStyle>
          <a:p>
            <a:pPr marL="38100" marR="0" lvl="0" indent="0" defTabSz="914400" eaLnBrk="1" fontAlgn="auto" latinLnBrk="0" hangingPunct="1">
              <a:lnSpc>
                <a:spcPts val="1045"/>
              </a:lnSpc>
              <a:spcBef>
                <a:spcPts val="0"/>
              </a:spcBef>
              <a:spcAft>
                <a:spcPts val="0"/>
              </a:spcAft>
              <a:buClrTx/>
              <a:buSzTx/>
              <a:buFontTx/>
              <a:buNone/>
              <a:tabLst/>
              <a:defRPr/>
            </a:pPr>
            <a:fld id="{81D60167-4931-47E6-BA6A-407CBD079E47}" type="slidenum">
              <a:rPr kumimoji="0" sz="1000" b="0" i="0" u="none" strike="noStrike" kern="0" cap="none" spc="-25" normalizeH="0" baseline="0" noProof="0" dirty="0">
                <a:ln>
                  <a:noFill/>
                </a:ln>
                <a:solidFill>
                  <a:srgbClr val="404040"/>
                </a:solidFill>
                <a:effectLst/>
                <a:uLnTx/>
                <a:uFillTx/>
                <a:latin typeface="Calibri"/>
                <a:cs typeface="Calibri"/>
              </a:rPr>
              <a:pPr marL="38100" marR="0" lvl="0" indent="0" defTabSz="914400" eaLnBrk="1" fontAlgn="auto" latinLnBrk="0" hangingPunct="1">
                <a:lnSpc>
                  <a:spcPts val="1045"/>
                </a:lnSpc>
                <a:spcBef>
                  <a:spcPts val="0"/>
                </a:spcBef>
                <a:spcAft>
                  <a:spcPts val="0"/>
                </a:spcAft>
                <a:buClrTx/>
                <a:buSzTx/>
                <a:buFontTx/>
                <a:buNone/>
                <a:tabLst/>
                <a:defRPr/>
              </a:pPr>
              <a:t>‹#›</a:t>
            </a:fld>
            <a:endParaRPr kumimoji="0" sz="1000" b="0" i="0" u="none" strike="noStrike" kern="0" cap="none" spc="-25" normalizeH="0" baseline="0" noProof="0" dirty="0">
              <a:ln>
                <a:noFill/>
              </a:ln>
              <a:solidFill>
                <a:srgbClr val="404040"/>
              </a:solidFill>
              <a:effectLst/>
              <a:uLnTx/>
              <a:uFillTx/>
              <a:latin typeface="Calibri"/>
              <a:cs typeface="Calibri"/>
            </a:endParaRPr>
          </a:p>
        </p:txBody>
      </p:sp>
    </p:spTree>
    <p:extLst>
      <p:ext uri="{BB962C8B-B14F-4D97-AF65-F5344CB8AC3E}">
        <p14:creationId xmlns:p14="http://schemas.microsoft.com/office/powerpoint/2010/main" val="3568500311"/>
      </p:ext>
    </p:extLst>
  </p:cSld>
  <p:clrMap bg1="lt1" tx1="dk1" bg2="lt2" tx2="dk2" accent1="accent1" accent2="accent2" accent3="accent3" accent4="accent4" accent5="accent5" accent6="accent6" hlink="hlink" folHlink="folHlink"/>
  <p:sldLayoutIdLst>
    <p:sldLayoutId id="2147485277"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59B6CD9-8CC0-F0CA-C339-A47DB2755B2A}"/>
              </a:ext>
            </a:extLst>
          </p:cNvPr>
          <p:cNvGraphicFramePr>
            <a:graphicFrameLocks/>
          </p:cNvGraphicFramePr>
          <p:nvPr userDrawn="1">
            <p:custDataLst>
              <p:tags r:id="rId3"/>
            </p:custDataLst>
            <p:extLst>
              <p:ext uri="{D42A27DB-BD31-4B8C-83A1-F6EECF244321}">
                <p14:modId xmlns:p14="http://schemas.microsoft.com/office/powerpoint/2010/main" val="3780289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4" imgW="7772400" imgH="10058400" progId="TCLayout.ActiveDocument.1">
                  <p:embed/>
                </p:oleObj>
              </mc:Choice>
              <mc:Fallback>
                <p:oleObj name="think-cell 幻灯片" r:id="rId4" imgW="7772400" imgH="10058400" progId="TCLayout.ActiveDocument.1">
                  <p:embed/>
                  <p:pic>
                    <p:nvPicPr>
                      <p:cNvPr id="7" name="think-cell data - do not delete" hidden="1">
                        <a:extLst>
                          <a:ext uri="{FF2B5EF4-FFF2-40B4-BE49-F238E27FC236}">
                            <a16:creationId xmlns:a16="http://schemas.microsoft.com/office/drawing/2014/main" id="{759B6CD9-8CC0-F0CA-C339-A47DB2755B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6" name="bg object 16"/>
          <p:cNvPicPr/>
          <p:nvPr/>
        </p:nvPicPr>
        <p:blipFill>
          <a:blip r:embed="rId6" cstate="print"/>
          <a:stretch>
            <a:fillRect/>
          </a:stretch>
        </p:blipFill>
        <p:spPr>
          <a:xfrm>
            <a:off x="0" y="0"/>
            <a:ext cx="12049125" cy="6857999"/>
          </a:xfrm>
          <a:prstGeom prst="rect">
            <a:avLst/>
          </a:prstGeom>
        </p:spPr>
      </p:pic>
      <p:sp>
        <p:nvSpPr>
          <p:cNvPr id="17" name="bg object 17"/>
          <p:cNvSpPr/>
          <p:nvPr/>
        </p:nvSpPr>
        <p:spPr>
          <a:xfrm>
            <a:off x="364236" y="1260347"/>
            <a:ext cx="11431905" cy="0"/>
          </a:xfrm>
          <a:custGeom>
            <a:avLst/>
            <a:gdLst/>
            <a:ahLst/>
            <a:cxnLst/>
            <a:rect l="l" t="t" r="r" b="b"/>
            <a:pathLst>
              <a:path w="11431905">
                <a:moveTo>
                  <a:pt x="0" y="0"/>
                </a:moveTo>
                <a:lnTo>
                  <a:pt x="11431524" y="0"/>
                </a:lnTo>
              </a:path>
            </a:pathLst>
          </a:custGeom>
          <a:ln w="12192">
            <a:solidFill>
              <a:srgbClr val="0036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0" y="6179820"/>
            <a:ext cx="311150" cy="144780"/>
          </a:xfrm>
          <a:custGeom>
            <a:avLst/>
            <a:gdLst/>
            <a:ahLst/>
            <a:cxnLst/>
            <a:rect l="l" t="t" r="r" b="b"/>
            <a:pathLst>
              <a:path w="311150" h="144779">
                <a:moveTo>
                  <a:pt x="310896" y="0"/>
                </a:moveTo>
                <a:lnTo>
                  <a:pt x="0" y="0"/>
                </a:lnTo>
                <a:lnTo>
                  <a:pt x="0" y="144779"/>
                </a:lnTo>
                <a:lnTo>
                  <a:pt x="310896" y="144779"/>
                </a:lnTo>
                <a:lnTo>
                  <a:pt x="310896" y="0"/>
                </a:lnTo>
                <a:close/>
              </a:path>
            </a:pathLst>
          </a:custGeom>
          <a:solidFill>
            <a:srgbClr val="D9F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364236" y="6368796"/>
            <a:ext cx="11431905" cy="0"/>
          </a:xfrm>
          <a:custGeom>
            <a:avLst/>
            <a:gdLst/>
            <a:ahLst/>
            <a:cxnLst/>
            <a:rect l="l" t="t" r="r" b="b"/>
            <a:pathLst>
              <a:path w="11431905">
                <a:moveTo>
                  <a:pt x="0" y="0"/>
                </a:moveTo>
                <a:lnTo>
                  <a:pt x="11431524" y="0"/>
                </a:lnTo>
              </a:path>
            </a:pathLst>
          </a:custGeom>
          <a:ln w="12192">
            <a:solidFill>
              <a:srgbClr val="0036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0" name="bg object 20"/>
          <p:cNvPicPr/>
          <p:nvPr/>
        </p:nvPicPr>
        <p:blipFill>
          <a:blip r:embed="rId7" cstate="print"/>
          <a:stretch>
            <a:fillRect/>
          </a:stretch>
        </p:blipFill>
        <p:spPr>
          <a:xfrm>
            <a:off x="9610343" y="6312408"/>
            <a:ext cx="2430779" cy="545589"/>
          </a:xfrm>
          <a:prstGeom prst="rect">
            <a:avLst/>
          </a:prstGeom>
        </p:spPr>
      </p:pic>
      <p:sp>
        <p:nvSpPr>
          <p:cNvPr id="2" name="Holder 2"/>
          <p:cNvSpPr>
            <a:spLocks noGrp="1"/>
          </p:cNvSpPr>
          <p:nvPr>
            <p:ph type="title"/>
          </p:nvPr>
        </p:nvSpPr>
        <p:spPr>
          <a:xfrm>
            <a:off x="389940" y="748665"/>
            <a:ext cx="3223895" cy="452119"/>
          </a:xfrm>
          <a:prstGeom prst="rect">
            <a:avLst/>
          </a:prstGeom>
        </p:spPr>
        <p:txBody>
          <a:bodyPr wrap="square" lIns="0" tIns="0" rIns="0" bIns="0">
            <a:spAutoFit/>
          </a:bodyPr>
          <a:lstStyle>
            <a:lvl1pPr>
              <a:defRPr sz="2800" b="1" i="0">
                <a:solidFill>
                  <a:schemeClr val="tx1"/>
                </a:solidFill>
                <a:latin typeface="Microsoft JhengHei"/>
                <a:cs typeface="Microsoft JhengHei"/>
              </a:defRPr>
            </a:lvl1pPr>
          </a:lstStyle>
          <a:p>
            <a:endParaRPr/>
          </a:p>
        </p:txBody>
      </p:sp>
      <p:sp>
        <p:nvSpPr>
          <p:cNvPr id="3" name="Holder 3"/>
          <p:cNvSpPr>
            <a:spLocks noGrp="1"/>
          </p:cNvSpPr>
          <p:nvPr>
            <p:ph type="body" idx="1"/>
          </p:nvPr>
        </p:nvSpPr>
        <p:spPr>
          <a:xfrm>
            <a:off x="344487" y="1322450"/>
            <a:ext cx="11431905" cy="40881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0" cap="none" spc="0" normalizeH="0" baseline="0" noProof="0">
                <a:ln>
                  <a:noFill/>
                </a:ln>
                <a:solidFill>
                  <a:prstClr val="black">
                    <a:tint val="75000"/>
                  </a:prstClr>
                </a:solidFill>
                <a:effectLst/>
                <a:uLnTx/>
                <a:uFillTx/>
              </a:rPr>
              <a:pPr marL="0" marR="0" lvl="0" indent="0" algn="l" defTabSz="914400" eaLnBrk="1" fontAlgn="auto" latinLnBrk="0" hangingPunct="1">
                <a:lnSpc>
                  <a:spcPct val="100000"/>
                </a:lnSpc>
                <a:spcBef>
                  <a:spcPts val="0"/>
                </a:spcBef>
                <a:spcAft>
                  <a:spcPts val="0"/>
                </a:spcAft>
                <a:buClrTx/>
                <a:buSzTx/>
                <a:buFontTx/>
                <a:buNone/>
                <a:tabLst/>
                <a:defRPr/>
              </a:pPr>
              <a:t>9/8/26</a:t>
            </a:fld>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a:xfrm>
            <a:off x="15849" y="6192951"/>
            <a:ext cx="217170" cy="152400"/>
          </a:xfrm>
          <a:prstGeom prst="rect">
            <a:avLst/>
          </a:prstGeom>
        </p:spPr>
        <p:txBody>
          <a:bodyPr wrap="square" lIns="0" tIns="0" rIns="0" bIns="0">
            <a:spAutoFit/>
          </a:bodyPr>
          <a:lstStyle>
            <a:lvl1pPr>
              <a:defRPr sz="1000" b="0" i="0">
                <a:solidFill>
                  <a:srgbClr val="404040"/>
                </a:solidFill>
                <a:latin typeface="Calibri"/>
                <a:cs typeface="Calibri"/>
              </a:defRPr>
            </a:lvl1pPr>
          </a:lstStyle>
          <a:p>
            <a:pPr marL="38100" marR="0" lvl="0" indent="0" defTabSz="914400" eaLnBrk="1" fontAlgn="auto" latinLnBrk="0" hangingPunct="1">
              <a:lnSpc>
                <a:spcPts val="1045"/>
              </a:lnSpc>
              <a:spcBef>
                <a:spcPts val="0"/>
              </a:spcBef>
              <a:spcAft>
                <a:spcPts val="0"/>
              </a:spcAft>
              <a:buClrTx/>
              <a:buSzTx/>
              <a:buFontTx/>
              <a:buNone/>
              <a:tabLst/>
              <a:defRPr/>
            </a:pPr>
            <a:fld id="{81D60167-4931-47E6-BA6A-407CBD079E47}" type="slidenum">
              <a:rPr kumimoji="0" sz="1000" b="0" i="0" u="none" strike="noStrike" kern="0" cap="none" spc="-25" normalizeH="0" baseline="0" noProof="0" dirty="0">
                <a:ln>
                  <a:noFill/>
                </a:ln>
                <a:solidFill>
                  <a:srgbClr val="404040"/>
                </a:solidFill>
                <a:effectLst/>
                <a:uLnTx/>
                <a:uFillTx/>
                <a:latin typeface="Calibri"/>
                <a:cs typeface="Calibri"/>
              </a:rPr>
              <a:pPr marL="38100" marR="0" lvl="0" indent="0" defTabSz="914400" eaLnBrk="1" fontAlgn="auto" latinLnBrk="0" hangingPunct="1">
                <a:lnSpc>
                  <a:spcPts val="1045"/>
                </a:lnSpc>
                <a:spcBef>
                  <a:spcPts val="0"/>
                </a:spcBef>
                <a:spcAft>
                  <a:spcPts val="0"/>
                </a:spcAft>
                <a:buClrTx/>
                <a:buSzTx/>
                <a:buFontTx/>
                <a:buNone/>
                <a:tabLst/>
                <a:defRPr/>
              </a:pPr>
              <a:t>‹#›</a:t>
            </a:fld>
            <a:endParaRPr kumimoji="0" sz="1000" b="0" i="0" u="none" strike="noStrike" kern="0" cap="none" spc="-25" normalizeH="0" baseline="0" noProof="0" dirty="0">
              <a:ln>
                <a:noFill/>
              </a:ln>
              <a:solidFill>
                <a:srgbClr val="404040"/>
              </a:solidFill>
              <a:effectLst/>
              <a:uLnTx/>
              <a:uFillTx/>
              <a:latin typeface="Calibri"/>
              <a:cs typeface="Calibri"/>
            </a:endParaRPr>
          </a:p>
        </p:txBody>
      </p:sp>
    </p:spTree>
    <p:extLst>
      <p:ext uri="{BB962C8B-B14F-4D97-AF65-F5344CB8AC3E}">
        <p14:creationId xmlns:p14="http://schemas.microsoft.com/office/powerpoint/2010/main" val="3950252338"/>
      </p:ext>
    </p:extLst>
  </p:cSld>
  <p:clrMap bg1="lt1" tx1="dk1" bg2="lt2" tx2="dk2" accent1="accent1" accent2="accent2" accent3="accent3" accent4="accent4" accent5="accent5" accent6="accent6" hlink="hlink" folHlink="folHlink"/>
  <p:sldLayoutIdLst>
    <p:sldLayoutId id="2147485275"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147.xml"/><Relationship Id="rId1" Type="http://schemas.openxmlformats.org/officeDocument/2006/relationships/tags" Target="../tags/tag157.xml"/><Relationship Id="rId5" Type="http://schemas.openxmlformats.org/officeDocument/2006/relationships/image" Target="../media/image115.png"/><Relationship Id="rId4" Type="http://schemas.openxmlformats.org/officeDocument/2006/relationships/image" Target="../media/image11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147.xml"/><Relationship Id="rId1" Type="http://schemas.openxmlformats.org/officeDocument/2006/relationships/tags" Target="../tags/tag158.xml"/><Relationship Id="rId5" Type="http://schemas.openxmlformats.org/officeDocument/2006/relationships/image" Target="../media/image117.png"/><Relationship Id="rId4" Type="http://schemas.openxmlformats.org/officeDocument/2006/relationships/image" Target="../media/image116.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147.xml"/><Relationship Id="rId1" Type="http://schemas.openxmlformats.org/officeDocument/2006/relationships/tags" Target="../tags/tag159.xml"/><Relationship Id="rId6" Type="http://schemas.openxmlformats.org/officeDocument/2006/relationships/image" Target="../media/image120.jpeg"/><Relationship Id="rId5" Type="http://schemas.openxmlformats.org/officeDocument/2006/relationships/image" Target="../media/image119.png"/><Relationship Id="rId4" Type="http://schemas.openxmlformats.org/officeDocument/2006/relationships/image" Target="../media/image118.emf"/></Relationships>
</file>

<file path=ppt/slides/_rels/slide6.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oleObject" Target="../embeddings/oleObject111.bin"/><Relationship Id="rId7" Type="http://schemas.openxmlformats.org/officeDocument/2006/relationships/image" Target="../media/image124.png"/><Relationship Id="rId2" Type="http://schemas.openxmlformats.org/officeDocument/2006/relationships/slideLayout" Target="../slideLayouts/slideLayout147.xml"/><Relationship Id="rId1" Type="http://schemas.openxmlformats.org/officeDocument/2006/relationships/tags" Target="../tags/tag160.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emf"/><Relationship Id="rId9"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2">
            <a:extLst>
              <a:ext uri="{FF2B5EF4-FFF2-40B4-BE49-F238E27FC236}">
                <a16:creationId xmlns:a16="http://schemas.microsoft.com/office/drawing/2014/main" id="{CB48F1AA-8A61-3B1B-B391-6647DDBB15A2}"/>
              </a:ext>
            </a:extLst>
          </p:cNvPr>
          <p:cNvSpPr txBox="1">
            <a:spLocks/>
          </p:cNvSpPr>
          <p:nvPr/>
        </p:nvSpPr>
        <p:spPr>
          <a:xfrm>
            <a:off x="347401" y="2642888"/>
            <a:ext cx="6081973" cy="1843388"/>
          </a:xfrm>
          <a:prstGeom prst="rect">
            <a:avLst/>
          </a:prstGeom>
        </p:spPr>
        <p:txBody>
          <a:bodyPr vert="horz" rIns="0" anchor="ctr">
            <a:noAutofit/>
          </a:bodyPr>
          <a:lstStyle>
            <a:lvl1pPr>
              <a:defRPr>
                <a:latin typeface="+mj-lt"/>
                <a:ea typeface="+mj-ea"/>
                <a:cs typeface="+mj-cs"/>
              </a:defRPr>
            </a:lvl1pPr>
          </a:lstStyle>
          <a:p>
            <a:pPr>
              <a:lnSpc>
                <a:spcPct val="120000"/>
              </a:lnSpc>
            </a:pPr>
            <a:r>
              <a:rPr lang="zh-TW" altLang="zh-TW" sz="3600" b="1" dirty="0">
                <a:solidFill>
                  <a:schemeClr val="tx2"/>
                </a:solidFill>
              </a:rPr>
              <a:t>從市場領先出發，</a:t>
            </a:r>
            <a:endParaRPr lang="en-US" altLang="zh-TW" sz="3600" b="1" dirty="0">
              <a:solidFill>
                <a:schemeClr val="tx2"/>
              </a:solidFill>
            </a:endParaRPr>
          </a:p>
          <a:p>
            <a:pPr>
              <a:lnSpc>
                <a:spcPct val="120000"/>
              </a:lnSpc>
            </a:pPr>
            <a:r>
              <a:rPr lang="zh-TW" altLang="zh-TW" sz="3600" b="1" dirty="0">
                <a:solidFill>
                  <a:schemeClr val="tx2"/>
                </a:solidFill>
              </a:rPr>
              <a:t>打造凱基下一階段競爭優勢</a:t>
            </a:r>
            <a:endParaRPr lang="zh-TW" altLang="zh-TW" sz="3600" dirty="0">
              <a:solidFill>
                <a:schemeClr val="tx2"/>
              </a:solidFill>
            </a:endParaRPr>
          </a:p>
        </p:txBody>
      </p:sp>
      <p:sp>
        <p:nvSpPr>
          <p:cNvPr id="3" name="標題 2">
            <a:extLst>
              <a:ext uri="{FF2B5EF4-FFF2-40B4-BE49-F238E27FC236}">
                <a16:creationId xmlns:a16="http://schemas.microsoft.com/office/drawing/2014/main" id="{FD569E3E-BD9A-2090-81CA-A9C74106BF2C}"/>
              </a:ext>
            </a:extLst>
          </p:cNvPr>
          <p:cNvSpPr txBox="1">
            <a:spLocks/>
          </p:cNvSpPr>
          <p:nvPr/>
        </p:nvSpPr>
        <p:spPr>
          <a:xfrm>
            <a:off x="347402" y="2316208"/>
            <a:ext cx="7479254" cy="405261"/>
          </a:xfrm>
          <a:prstGeom prst="rect">
            <a:avLst/>
          </a:prstGeom>
        </p:spPr>
        <p:txBody>
          <a:bodyPr vert="horz" rIns="0" anchor="ctr">
            <a:noAutofit/>
          </a:bodyPr>
          <a:lstStyle>
            <a:lvl1pPr>
              <a:defRPr>
                <a:latin typeface="+mj-lt"/>
                <a:ea typeface="+mj-ea"/>
                <a:cs typeface="+mj-cs"/>
              </a:defRPr>
            </a:lvl1pPr>
          </a:lstStyle>
          <a:p>
            <a:r>
              <a:rPr lang="zh-TW" altLang="en-US" b="1" dirty="0"/>
              <a:t>總經理 </a:t>
            </a:r>
            <a:r>
              <a:rPr lang="en-US" altLang="zh-TW" b="1" dirty="0"/>
              <a:t>X </a:t>
            </a:r>
            <a:r>
              <a:rPr lang="zh-TW" altLang="en-US" b="1" dirty="0"/>
              <a:t>凱基證券</a:t>
            </a:r>
            <a:r>
              <a:rPr lang="zh-TW" altLang="zh-TW" b="1" dirty="0"/>
              <a:t> MA 交流</a:t>
            </a:r>
            <a:endParaRPr lang="zh-TW" altLang="zh-TW" dirty="0"/>
          </a:p>
        </p:txBody>
      </p:sp>
      <p:sp>
        <p:nvSpPr>
          <p:cNvPr id="4" name="標題 2">
            <a:extLst>
              <a:ext uri="{FF2B5EF4-FFF2-40B4-BE49-F238E27FC236}">
                <a16:creationId xmlns:a16="http://schemas.microsoft.com/office/drawing/2014/main" id="{92555167-C114-9E67-C3A2-1217149F068E}"/>
              </a:ext>
            </a:extLst>
          </p:cNvPr>
          <p:cNvSpPr txBox="1">
            <a:spLocks/>
          </p:cNvSpPr>
          <p:nvPr/>
        </p:nvSpPr>
        <p:spPr>
          <a:xfrm>
            <a:off x="347402" y="4929100"/>
            <a:ext cx="7479254" cy="1095685"/>
          </a:xfrm>
          <a:prstGeom prst="rect">
            <a:avLst/>
          </a:prstGeom>
        </p:spPr>
        <p:txBody>
          <a:bodyPr vert="horz" rIns="0" anchor="ctr">
            <a:noAutofit/>
          </a:bodyPr>
          <a:lstStyle>
            <a:lvl1pPr>
              <a:defRPr>
                <a:latin typeface="+mj-lt"/>
                <a:ea typeface="+mj-ea"/>
                <a:cs typeface="+mj-cs"/>
              </a:defRPr>
            </a:lvl1pPr>
          </a:lstStyle>
          <a:p>
            <a:pPr>
              <a:lnSpc>
                <a:spcPct val="120000"/>
              </a:lnSpc>
            </a:pPr>
            <a:r>
              <a:rPr lang="zh-TW" altLang="en-US" sz="1400" kern="0" dirty="0"/>
              <a:t>凱基證券 </a:t>
            </a:r>
            <a:r>
              <a:rPr lang="en-US" altLang="zh-TW" sz="1400" kern="0" dirty="0"/>
              <a:t>25</a:t>
            </a:r>
            <a:r>
              <a:rPr lang="zh-TW" altLang="en-US" sz="1400" kern="0" dirty="0"/>
              <a:t>屆</a:t>
            </a:r>
            <a:r>
              <a:rPr lang="en-US" altLang="zh-TW" sz="1400" kern="0" dirty="0"/>
              <a:t> &amp; 26</a:t>
            </a:r>
            <a:r>
              <a:rPr lang="zh-TW" altLang="en-US" sz="1400" kern="0" dirty="0"/>
              <a:t>屆</a:t>
            </a:r>
            <a:r>
              <a:rPr lang="en-US" altLang="zh-TW" sz="1400" kern="0" dirty="0"/>
              <a:t> Management Associate</a:t>
            </a:r>
          </a:p>
          <a:p>
            <a:pPr>
              <a:lnSpc>
                <a:spcPct val="120000"/>
              </a:lnSpc>
            </a:pPr>
            <a:r>
              <a:rPr lang="en-US" altLang="zh-TW" sz="1400" kern="0" dirty="0"/>
              <a:t>2026.09.16</a:t>
            </a:r>
            <a:endParaRPr lang="zh-TW" altLang="en-US" sz="1400" kern="0" dirty="0"/>
          </a:p>
        </p:txBody>
      </p:sp>
    </p:spTree>
    <p:extLst>
      <p:ext uri="{BB962C8B-B14F-4D97-AF65-F5344CB8AC3E}">
        <p14:creationId xmlns:p14="http://schemas.microsoft.com/office/powerpoint/2010/main" val="76776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D8E9478-0D72-CC3C-73EA-72F7F4D70EA4}"/>
              </a:ext>
            </a:extLst>
          </p:cNvPr>
          <p:cNvSpPr>
            <a:spLocks noGrp="1"/>
          </p:cNvSpPr>
          <p:nvPr>
            <p:ph type="body" sz="quarter" idx="16"/>
          </p:nvPr>
        </p:nvSpPr>
        <p:spPr>
          <a:xfrm>
            <a:off x="1416000" y="5151539"/>
            <a:ext cx="9360000" cy="307777"/>
          </a:xfrm>
        </p:spPr>
        <p:txBody>
          <a:bodyPr/>
          <a:lstStyle/>
          <a:p>
            <a:r>
              <a:rPr lang="zh-TW" altLang="en-US" b="1" dirty="0">
                <a:solidFill>
                  <a:schemeClr val="tx1"/>
                </a:solidFill>
              </a:rPr>
              <a:t>凱基金控總經理 </a:t>
            </a:r>
            <a:r>
              <a:rPr lang="en-US" altLang="zh-TW" b="1" dirty="0">
                <a:solidFill>
                  <a:schemeClr val="tx1"/>
                </a:solidFill>
              </a:rPr>
              <a:t>X </a:t>
            </a:r>
            <a:r>
              <a:rPr lang="zh-TW" altLang="en-US" b="1" dirty="0">
                <a:solidFill>
                  <a:schemeClr val="tx1"/>
                </a:solidFill>
              </a:rPr>
              <a:t>凱基證券</a:t>
            </a:r>
            <a:r>
              <a:rPr lang="zh-TW" altLang="zh-TW" b="1" dirty="0">
                <a:solidFill>
                  <a:schemeClr val="tx1"/>
                </a:solidFill>
              </a:rPr>
              <a:t> MA 交流</a:t>
            </a:r>
            <a:endParaRPr lang="zh-TW" altLang="zh-TW" dirty="0">
              <a:solidFill>
                <a:schemeClr val="tx1"/>
              </a:solidFill>
            </a:endParaRPr>
          </a:p>
        </p:txBody>
      </p:sp>
      <p:sp>
        <p:nvSpPr>
          <p:cNvPr id="3" name="標題 2">
            <a:extLst>
              <a:ext uri="{FF2B5EF4-FFF2-40B4-BE49-F238E27FC236}">
                <a16:creationId xmlns:a16="http://schemas.microsoft.com/office/drawing/2014/main" id="{1677EF47-B9F4-4609-3387-CCF95C9F956D}"/>
              </a:ext>
            </a:extLst>
          </p:cNvPr>
          <p:cNvSpPr>
            <a:spLocks noGrp="1"/>
          </p:cNvSpPr>
          <p:nvPr>
            <p:ph type="title"/>
          </p:nvPr>
        </p:nvSpPr>
        <p:spPr>
          <a:xfrm>
            <a:off x="1416001" y="3575316"/>
            <a:ext cx="9360000" cy="1269386"/>
          </a:xfrm>
        </p:spPr>
        <p:txBody>
          <a:bodyPr/>
          <a:lstStyle/>
          <a:p>
            <a:r>
              <a:rPr lang="zh-TW" altLang="zh-TW" dirty="0"/>
              <a:t>從市場領先出發</a:t>
            </a:r>
            <a:br>
              <a:rPr lang="en-US" altLang="zh-TW" dirty="0"/>
            </a:br>
            <a:r>
              <a:rPr lang="zh-TW" altLang="zh-TW" dirty="0"/>
              <a:t>打造凱基下一階段競爭優勢</a:t>
            </a:r>
            <a:endParaRPr lang="zh-TW" altLang="en-US" dirty="0"/>
          </a:p>
        </p:txBody>
      </p:sp>
      <p:sp>
        <p:nvSpPr>
          <p:cNvPr id="4" name="文字版面配置區 3">
            <a:extLst>
              <a:ext uri="{FF2B5EF4-FFF2-40B4-BE49-F238E27FC236}">
                <a16:creationId xmlns:a16="http://schemas.microsoft.com/office/drawing/2014/main" id="{84F4A3D4-D4D3-A80A-6ED1-7357E6094573}"/>
              </a:ext>
            </a:extLst>
          </p:cNvPr>
          <p:cNvSpPr>
            <a:spLocks noGrp="1"/>
          </p:cNvSpPr>
          <p:nvPr>
            <p:ph type="body" sz="quarter" idx="17"/>
          </p:nvPr>
        </p:nvSpPr>
        <p:spPr>
          <a:xfrm>
            <a:off x="5046867" y="5742480"/>
            <a:ext cx="2098266" cy="307777"/>
          </a:xfrm>
        </p:spPr>
        <p:txBody>
          <a:bodyPr/>
          <a:lstStyle/>
          <a:p>
            <a:r>
              <a:rPr lang="en-US" altLang="zh-TW" dirty="0"/>
              <a:t>2026.09.16</a:t>
            </a:r>
            <a:endParaRPr lang="zh-TW" altLang="en-US" dirty="0"/>
          </a:p>
        </p:txBody>
      </p:sp>
    </p:spTree>
    <p:extLst>
      <p:ext uri="{BB962C8B-B14F-4D97-AF65-F5344CB8AC3E}">
        <p14:creationId xmlns:p14="http://schemas.microsoft.com/office/powerpoint/2010/main" val="244870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7ED078-5DFA-16FA-70A6-5D8F9E7571CC}"/>
              </a:ext>
            </a:extLst>
          </p:cNvPr>
          <p:cNvGraphicFramePr>
            <a:graphicFrameLocks/>
          </p:cNvGraphicFramePr>
          <p:nvPr>
            <p:custDataLst>
              <p:tags r:id="rId1"/>
            </p:custDataLst>
            <p:extLst>
              <p:ext uri="{D42A27DB-BD31-4B8C-83A1-F6EECF244321}">
                <p14:modId xmlns:p14="http://schemas.microsoft.com/office/powerpoint/2010/main" val="36435590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097ED078-5DFA-16FA-70A6-5D8F9E7571C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標題 1">
            <a:extLst>
              <a:ext uri="{FF2B5EF4-FFF2-40B4-BE49-F238E27FC236}">
                <a16:creationId xmlns:a16="http://schemas.microsoft.com/office/drawing/2014/main" id="{3B8F83E6-7690-8DD2-15F3-1A0D694280CE}"/>
              </a:ext>
            </a:extLst>
          </p:cNvPr>
          <p:cNvSpPr>
            <a:spLocks noGrp="1"/>
          </p:cNvSpPr>
          <p:nvPr>
            <p:ph type="title"/>
          </p:nvPr>
        </p:nvSpPr>
        <p:spPr>
          <a:xfrm>
            <a:off x="389940" y="376896"/>
            <a:ext cx="11375340" cy="802656"/>
          </a:xfrm>
        </p:spPr>
        <p:txBody>
          <a:bodyPr vert="horz" rIns="0" anchor="b">
            <a:spAutoFit/>
          </a:bodyPr>
          <a:lstStyle/>
          <a:p>
            <a:pPr>
              <a:lnSpc>
                <a:spcPct val="120000"/>
              </a:lnSpc>
            </a:pPr>
            <a:r>
              <a:rPr lang="en-US" altLang="zh-TW" sz="1800" dirty="0">
                <a:solidFill>
                  <a:schemeClr val="tx2"/>
                </a:solidFill>
              </a:rPr>
              <a:t>01</a:t>
            </a:r>
            <a:r>
              <a:rPr lang="zh-TW" altLang="en-US" sz="1800" dirty="0">
                <a:solidFill>
                  <a:schemeClr val="tx2"/>
                </a:solidFill>
              </a:rPr>
              <a:t>｜重新認識凱基</a:t>
            </a:r>
            <a:br>
              <a:rPr lang="en-US" altLang="zh-TW" dirty="0"/>
            </a:br>
            <a:r>
              <a:rPr lang="zh-TW" altLang="en-US" dirty="0"/>
              <a:t>從看見領先成績，到感受市場競爭加劇，再到迎向下一階段的成長布局 </a:t>
            </a:r>
            <a:endParaRPr kumimoji="1" lang="zh-TW" altLang="en-US" dirty="0"/>
          </a:p>
        </p:txBody>
      </p:sp>
      <p:pic>
        <p:nvPicPr>
          <p:cNvPr id="10" name="圖片 9">
            <a:extLst>
              <a:ext uri="{FF2B5EF4-FFF2-40B4-BE49-F238E27FC236}">
                <a16:creationId xmlns:a16="http://schemas.microsoft.com/office/drawing/2014/main" id="{4921F330-6CE2-5C7D-2333-1C4735782E77}"/>
              </a:ext>
            </a:extLst>
          </p:cNvPr>
          <p:cNvPicPr>
            <a:picLocks noChangeAspect="1"/>
          </p:cNvPicPr>
          <p:nvPr/>
        </p:nvPicPr>
        <p:blipFill>
          <a:blip r:embed="rId5"/>
          <a:srcRect t="13966" r="73768" b="10739"/>
          <a:stretch>
            <a:fillRect/>
          </a:stretch>
        </p:blipFill>
        <p:spPr>
          <a:xfrm>
            <a:off x="304482" y="1828797"/>
            <a:ext cx="2549813" cy="4114625"/>
          </a:xfrm>
          <a:prstGeom prst="rect">
            <a:avLst/>
          </a:prstGeom>
        </p:spPr>
      </p:pic>
      <p:pic>
        <p:nvPicPr>
          <p:cNvPr id="11" name="圖片 10">
            <a:extLst>
              <a:ext uri="{FF2B5EF4-FFF2-40B4-BE49-F238E27FC236}">
                <a16:creationId xmlns:a16="http://schemas.microsoft.com/office/drawing/2014/main" id="{6C4BBEBB-DB64-5C4D-4337-1DDE638D884F}"/>
              </a:ext>
            </a:extLst>
          </p:cNvPr>
          <p:cNvPicPr>
            <a:picLocks noChangeAspect="1"/>
          </p:cNvPicPr>
          <p:nvPr/>
        </p:nvPicPr>
        <p:blipFill>
          <a:blip r:embed="rId5"/>
          <a:srcRect l="55946" t="13966" b="10739"/>
          <a:stretch>
            <a:fillRect/>
          </a:stretch>
        </p:blipFill>
        <p:spPr>
          <a:xfrm>
            <a:off x="7375020" y="1828796"/>
            <a:ext cx="4282157" cy="4114625"/>
          </a:xfrm>
          <a:prstGeom prst="rect">
            <a:avLst/>
          </a:prstGeom>
        </p:spPr>
      </p:pic>
      <p:pic>
        <p:nvPicPr>
          <p:cNvPr id="12" name="圖片 11">
            <a:extLst>
              <a:ext uri="{FF2B5EF4-FFF2-40B4-BE49-F238E27FC236}">
                <a16:creationId xmlns:a16="http://schemas.microsoft.com/office/drawing/2014/main" id="{F85EB648-2E7C-B3AF-A4B1-9A598264917D}"/>
              </a:ext>
            </a:extLst>
          </p:cNvPr>
          <p:cNvPicPr>
            <a:picLocks noChangeAspect="1"/>
          </p:cNvPicPr>
          <p:nvPr/>
        </p:nvPicPr>
        <p:blipFill>
          <a:blip r:embed="rId5"/>
          <a:srcRect l="29057" t="13966" r="48084" b="10739"/>
          <a:stretch>
            <a:fillRect/>
          </a:stretch>
        </p:blipFill>
        <p:spPr>
          <a:xfrm>
            <a:off x="3760486" y="1828796"/>
            <a:ext cx="2221907" cy="4114625"/>
          </a:xfrm>
          <a:prstGeom prst="rect">
            <a:avLst/>
          </a:prstGeom>
        </p:spPr>
      </p:pic>
      <p:sp>
        <p:nvSpPr>
          <p:cNvPr id="13" name="矩形 12">
            <a:extLst>
              <a:ext uri="{FF2B5EF4-FFF2-40B4-BE49-F238E27FC236}">
                <a16:creationId xmlns:a16="http://schemas.microsoft.com/office/drawing/2014/main" id="{A03F7643-743A-93A8-1F7E-215B3C336ABD}"/>
              </a:ext>
            </a:extLst>
          </p:cNvPr>
          <p:cNvSpPr/>
          <p:nvPr/>
        </p:nvSpPr>
        <p:spPr>
          <a:xfrm>
            <a:off x="8485973" y="2350094"/>
            <a:ext cx="2273182" cy="1794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4" name="Group 21">
            <a:extLst>
              <a:ext uri="{FF2B5EF4-FFF2-40B4-BE49-F238E27FC236}">
                <a16:creationId xmlns:a16="http://schemas.microsoft.com/office/drawing/2014/main" id="{6E97A933-3528-E02F-0E8A-3768990843C1}"/>
              </a:ext>
            </a:extLst>
          </p:cNvPr>
          <p:cNvGrpSpPr/>
          <p:nvPr/>
        </p:nvGrpSpPr>
        <p:grpSpPr>
          <a:xfrm rot="10800000" flipH="1">
            <a:off x="2909069" y="1873157"/>
            <a:ext cx="742183" cy="4025902"/>
            <a:chOff x="8199121" y="2556887"/>
            <a:chExt cx="1090023" cy="4536398"/>
          </a:xfrm>
        </p:grpSpPr>
        <p:sp>
          <p:nvSpPr>
            <p:cNvPr id="15" name="Isosceles Triangle 22">
              <a:extLst>
                <a:ext uri="{FF2B5EF4-FFF2-40B4-BE49-F238E27FC236}">
                  <a16:creationId xmlns:a16="http://schemas.microsoft.com/office/drawing/2014/main" id="{0AC606DD-1440-8EFB-E8D4-EE1A1187D7CB}"/>
                </a:ext>
              </a:extLst>
            </p:cNvPr>
            <p:cNvSpPr/>
            <p:nvPr/>
          </p:nvSpPr>
          <p:spPr>
            <a:xfrm rot="5400000">
              <a:off x="6614545" y="4418687"/>
              <a:ext cx="4536397" cy="812800"/>
            </a:xfrm>
            <a:prstGeom prst="triangle">
              <a:avLst/>
            </a:prstGeom>
            <a:gradFill flip="none" rotWithShape="1">
              <a:gsLst>
                <a:gs pos="0">
                  <a:schemeClr val="accent4">
                    <a:lumMod val="20000"/>
                    <a:lumOff val="80000"/>
                    <a:alpha val="0"/>
                  </a:schemeClr>
                </a:gs>
                <a:gs pos="100000">
                  <a:schemeClr val="accent4">
                    <a:lumMod val="40000"/>
                    <a:lumOff val="60000"/>
                  </a:schemeClr>
                </a:gs>
              </a:gsLst>
              <a:lin ang="16200000" scaled="1"/>
              <a:tileRect/>
            </a:gradFill>
            <a:ln w="12700" cap="rnd">
              <a:gradFill flip="none" rotWithShape="1">
                <a:gsLst>
                  <a:gs pos="0">
                    <a:schemeClr val="accent1">
                      <a:lumMod val="5000"/>
                      <a:lumOff val="95000"/>
                      <a:alpha val="0"/>
                    </a:schemeClr>
                  </a:gs>
                  <a:gs pos="100000">
                    <a:schemeClr val="accent4"/>
                  </a:gs>
                </a:gsLst>
                <a:lin ang="16200000" scaled="1"/>
                <a:tileRect/>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err="1">
                <a:solidFill>
                  <a:schemeClr val="bg1"/>
                </a:solidFill>
                <a:ea typeface="Microsoft YaHei" panose="020B0503020204020204" pitchFamily="34" charset="-122"/>
                <a:cs typeface="+mn-ea"/>
                <a:sym typeface="+mn-lt"/>
              </a:endParaRPr>
            </a:p>
          </p:txBody>
        </p:sp>
        <p:sp>
          <p:nvSpPr>
            <p:cNvPr id="16" name="Isosceles Triangle 23">
              <a:extLst>
                <a:ext uri="{FF2B5EF4-FFF2-40B4-BE49-F238E27FC236}">
                  <a16:creationId xmlns:a16="http://schemas.microsoft.com/office/drawing/2014/main" id="{C8585421-DFE8-6075-3B56-FC47DB4F6D31}"/>
                </a:ext>
              </a:extLst>
            </p:cNvPr>
            <p:cNvSpPr/>
            <p:nvPr/>
          </p:nvSpPr>
          <p:spPr>
            <a:xfrm rot="5400000">
              <a:off x="6337322" y="4418686"/>
              <a:ext cx="4536397" cy="812800"/>
            </a:xfrm>
            <a:prstGeom prst="triangle">
              <a:avLst/>
            </a:prstGeom>
            <a:gradFill flip="none" rotWithShape="1">
              <a:gsLst>
                <a:gs pos="0">
                  <a:schemeClr val="accent4">
                    <a:lumMod val="20000"/>
                    <a:lumOff val="80000"/>
                    <a:alpha val="0"/>
                  </a:schemeClr>
                </a:gs>
                <a:gs pos="100000">
                  <a:schemeClr val="accent4">
                    <a:lumMod val="40000"/>
                    <a:lumOff val="60000"/>
                  </a:schemeClr>
                </a:gs>
              </a:gsLst>
              <a:lin ang="16200000" scaled="1"/>
              <a:tileRect/>
            </a:gradFill>
            <a:ln w="12700" cap="rnd">
              <a:gradFill flip="none" rotWithShape="1">
                <a:gsLst>
                  <a:gs pos="0">
                    <a:schemeClr val="accent1">
                      <a:lumMod val="5000"/>
                      <a:lumOff val="95000"/>
                      <a:alpha val="0"/>
                    </a:schemeClr>
                  </a:gs>
                  <a:gs pos="100000">
                    <a:schemeClr val="accent4"/>
                  </a:gs>
                </a:gsLst>
                <a:lin ang="16200000" scaled="1"/>
                <a:tileRect/>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err="1">
                <a:solidFill>
                  <a:schemeClr val="bg1"/>
                </a:solidFill>
                <a:ea typeface="Microsoft YaHei" panose="020B0503020204020204" pitchFamily="34" charset="-122"/>
                <a:cs typeface="+mn-ea"/>
                <a:sym typeface="+mn-lt"/>
              </a:endParaRPr>
            </a:p>
          </p:txBody>
        </p:sp>
      </p:grpSp>
      <p:grpSp>
        <p:nvGrpSpPr>
          <p:cNvPr id="17" name="Group 21">
            <a:extLst>
              <a:ext uri="{FF2B5EF4-FFF2-40B4-BE49-F238E27FC236}">
                <a16:creationId xmlns:a16="http://schemas.microsoft.com/office/drawing/2014/main" id="{02523197-2FD6-837C-1160-352653AFE5A9}"/>
              </a:ext>
            </a:extLst>
          </p:cNvPr>
          <p:cNvGrpSpPr/>
          <p:nvPr/>
        </p:nvGrpSpPr>
        <p:grpSpPr>
          <a:xfrm rot="10800000" flipH="1">
            <a:off x="6280385" y="1873155"/>
            <a:ext cx="742183" cy="4025902"/>
            <a:chOff x="8199121" y="2556887"/>
            <a:chExt cx="1090023" cy="4536398"/>
          </a:xfrm>
        </p:grpSpPr>
        <p:sp>
          <p:nvSpPr>
            <p:cNvPr id="18" name="Isosceles Triangle 22">
              <a:extLst>
                <a:ext uri="{FF2B5EF4-FFF2-40B4-BE49-F238E27FC236}">
                  <a16:creationId xmlns:a16="http://schemas.microsoft.com/office/drawing/2014/main" id="{9775D025-949D-5965-EB92-123F4C129486}"/>
                </a:ext>
              </a:extLst>
            </p:cNvPr>
            <p:cNvSpPr/>
            <p:nvPr/>
          </p:nvSpPr>
          <p:spPr>
            <a:xfrm rot="5400000">
              <a:off x="6614545" y="4418687"/>
              <a:ext cx="4536397" cy="812800"/>
            </a:xfrm>
            <a:prstGeom prst="triangle">
              <a:avLst/>
            </a:prstGeom>
            <a:gradFill flip="none" rotWithShape="1">
              <a:gsLst>
                <a:gs pos="0">
                  <a:schemeClr val="accent4">
                    <a:lumMod val="20000"/>
                    <a:lumOff val="80000"/>
                    <a:alpha val="0"/>
                  </a:schemeClr>
                </a:gs>
                <a:gs pos="100000">
                  <a:schemeClr val="accent4">
                    <a:lumMod val="40000"/>
                    <a:lumOff val="60000"/>
                  </a:schemeClr>
                </a:gs>
              </a:gsLst>
              <a:lin ang="16200000" scaled="1"/>
              <a:tileRect/>
            </a:gradFill>
            <a:ln w="12700" cap="rnd">
              <a:gradFill flip="none" rotWithShape="1">
                <a:gsLst>
                  <a:gs pos="0">
                    <a:schemeClr val="accent1">
                      <a:lumMod val="5000"/>
                      <a:lumOff val="95000"/>
                      <a:alpha val="0"/>
                    </a:schemeClr>
                  </a:gs>
                  <a:gs pos="100000">
                    <a:schemeClr val="accent4"/>
                  </a:gs>
                </a:gsLst>
                <a:lin ang="16200000" scaled="1"/>
                <a:tileRect/>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err="1">
                <a:solidFill>
                  <a:schemeClr val="bg1"/>
                </a:solidFill>
                <a:ea typeface="Microsoft YaHei" panose="020B0503020204020204" pitchFamily="34" charset="-122"/>
                <a:cs typeface="+mn-ea"/>
                <a:sym typeface="+mn-lt"/>
              </a:endParaRPr>
            </a:p>
          </p:txBody>
        </p:sp>
        <p:sp>
          <p:nvSpPr>
            <p:cNvPr id="19" name="Isosceles Triangle 23">
              <a:extLst>
                <a:ext uri="{FF2B5EF4-FFF2-40B4-BE49-F238E27FC236}">
                  <a16:creationId xmlns:a16="http://schemas.microsoft.com/office/drawing/2014/main" id="{7AC22A37-F7AE-FC98-70DF-9CD60B5C1F43}"/>
                </a:ext>
              </a:extLst>
            </p:cNvPr>
            <p:cNvSpPr/>
            <p:nvPr/>
          </p:nvSpPr>
          <p:spPr>
            <a:xfrm rot="5400000">
              <a:off x="6337322" y="4418686"/>
              <a:ext cx="4536397" cy="812800"/>
            </a:xfrm>
            <a:prstGeom prst="triangle">
              <a:avLst/>
            </a:prstGeom>
            <a:gradFill flip="none" rotWithShape="1">
              <a:gsLst>
                <a:gs pos="0">
                  <a:schemeClr val="accent4">
                    <a:lumMod val="20000"/>
                    <a:lumOff val="80000"/>
                    <a:alpha val="0"/>
                  </a:schemeClr>
                </a:gs>
                <a:gs pos="100000">
                  <a:schemeClr val="accent4">
                    <a:lumMod val="40000"/>
                    <a:lumOff val="60000"/>
                  </a:schemeClr>
                </a:gs>
              </a:gsLst>
              <a:lin ang="16200000" scaled="1"/>
              <a:tileRect/>
            </a:gradFill>
            <a:ln w="12700" cap="rnd">
              <a:gradFill flip="none" rotWithShape="1">
                <a:gsLst>
                  <a:gs pos="0">
                    <a:schemeClr val="accent1">
                      <a:lumMod val="5000"/>
                      <a:lumOff val="95000"/>
                      <a:alpha val="0"/>
                    </a:schemeClr>
                  </a:gs>
                  <a:gs pos="100000">
                    <a:schemeClr val="accent4"/>
                  </a:gs>
                </a:gsLst>
                <a:lin ang="16200000" scaled="1"/>
                <a:tileRect/>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err="1">
                <a:solidFill>
                  <a:schemeClr val="bg1"/>
                </a:solidFill>
                <a:ea typeface="Microsoft YaHei" panose="020B0503020204020204" pitchFamily="34" charset="-122"/>
                <a:cs typeface="+mn-ea"/>
                <a:sym typeface="+mn-lt"/>
              </a:endParaRPr>
            </a:p>
          </p:txBody>
        </p:sp>
      </p:grpSp>
      <p:sp>
        <p:nvSpPr>
          <p:cNvPr id="20" name="矩形 19">
            <a:extLst>
              <a:ext uri="{FF2B5EF4-FFF2-40B4-BE49-F238E27FC236}">
                <a16:creationId xmlns:a16="http://schemas.microsoft.com/office/drawing/2014/main" id="{01C722E7-647E-346B-75CE-6563671B1B5E}"/>
              </a:ext>
            </a:extLst>
          </p:cNvPr>
          <p:cNvSpPr/>
          <p:nvPr/>
        </p:nvSpPr>
        <p:spPr>
          <a:xfrm>
            <a:off x="540699" y="1660732"/>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chemeClr val="tx2"/>
                </a:solidFill>
                <a:latin typeface="Trebuchet MS" panose="020B0703020202090204" pitchFamily="34" charset="0"/>
              </a:rPr>
              <a:t>01</a:t>
            </a:r>
            <a:endParaRPr kumimoji="1" lang="zh-TW" altLang="en-US" sz="4400" dirty="0">
              <a:solidFill>
                <a:schemeClr val="tx2"/>
              </a:solidFill>
              <a:latin typeface="Trebuchet MS" panose="020B0703020202090204" pitchFamily="34" charset="0"/>
            </a:endParaRPr>
          </a:p>
        </p:txBody>
      </p:sp>
      <p:sp>
        <p:nvSpPr>
          <p:cNvPr id="21" name="矩形 20">
            <a:extLst>
              <a:ext uri="{FF2B5EF4-FFF2-40B4-BE49-F238E27FC236}">
                <a16:creationId xmlns:a16="http://schemas.microsoft.com/office/drawing/2014/main" id="{0B932909-F5F2-BED2-8483-5E595E15FE63}"/>
              </a:ext>
            </a:extLst>
          </p:cNvPr>
          <p:cNvSpPr/>
          <p:nvPr/>
        </p:nvSpPr>
        <p:spPr>
          <a:xfrm>
            <a:off x="3849688" y="1660732"/>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rgbClr val="F19135"/>
                </a:solidFill>
                <a:latin typeface="Trebuchet MS" panose="020B0703020202090204" pitchFamily="34" charset="0"/>
              </a:rPr>
              <a:t>02</a:t>
            </a:r>
            <a:endParaRPr kumimoji="1" lang="zh-TW" altLang="en-US" sz="4400" dirty="0">
              <a:solidFill>
                <a:srgbClr val="F19135"/>
              </a:solidFill>
              <a:latin typeface="Trebuchet MS" panose="020B0703020202090204" pitchFamily="34" charset="0"/>
            </a:endParaRPr>
          </a:p>
        </p:txBody>
      </p:sp>
      <p:sp>
        <p:nvSpPr>
          <p:cNvPr id="22" name="矩形 21">
            <a:extLst>
              <a:ext uri="{FF2B5EF4-FFF2-40B4-BE49-F238E27FC236}">
                <a16:creationId xmlns:a16="http://schemas.microsoft.com/office/drawing/2014/main" id="{FBC5B824-231A-C01E-1F18-E6A3D1B5BE40}"/>
              </a:ext>
            </a:extLst>
          </p:cNvPr>
          <p:cNvSpPr/>
          <p:nvPr/>
        </p:nvSpPr>
        <p:spPr>
          <a:xfrm>
            <a:off x="7509316" y="1660732"/>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rgbClr val="217C58"/>
                </a:solidFill>
                <a:latin typeface="Trebuchet MS" panose="020B0703020202090204" pitchFamily="34" charset="0"/>
              </a:rPr>
              <a:t>03</a:t>
            </a:r>
            <a:endParaRPr kumimoji="1" lang="zh-TW" altLang="en-US" sz="4400" dirty="0">
              <a:solidFill>
                <a:srgbClr val="217C58"/>
              </a:solidFill>
              <a:latin typeface="Trebuchet MS" panose="020B0703020202090204" pitchFamily="34" charset="0"/>
            </a:endParaRPr>
          </a:p>
        </p:txBody>
      </p:sp>
    </p:spTree>
    <p:extLst>
      <p:ext uri="{BB962C8B-B14F-4D97-AF65-F5344CB8AC3E}">
        <p14:creationId xmlns:p14="http://schemas.microsoft.com/office/powerpoint/2010/main" val="1399368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D61BC16-F300-96BF-65B5-B3EA9806E535}"/>
              </a:ext>
            </a:extLst>
          </p:cNvPr>
          <p:cNvGraphicFramePr>
            <a:graphicFrameLocks/>
          </p:cNvGraphicFramePr>
          <p:nvPr>
            <p:custDataLst>
              <p:tags r:id="rId1"/>
            </p:custDataLst>
            <p:extLst>
              <p:ext uri="{D42A27DB-BD31-4B8C-83A1-F6EECF244321}">
                <p14:modId xmlns:p14="http://schemas.microsoft.com/office/powerpoint/2010/main" val="37376136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FD61BC16-F300-96BF-65B5-B3EA9806E53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4" name="圖片 3">
            <a:extLst>
              <a:ext uri="{FF2B5EF4-FFF2-40B4-BE49-F238E27FC236}">
                <a16:creationId xmlns:a16="http://schemas.microsoft.com/office/drawing/2014/main" id="{47CF355C-3905-82F3-BD1E-3EDB10D3FA6C}"/>
              </a:ext>
            </a:extLst>
          </p:cNvPr>
          <p:cNvPicPr>
            <a:picLocks noChangeAspect="1"/>
          </p:cNvPicPr>
          <p:nvPr/>
        </p:nvPicPr>
        <p:blipFill>
          <a:blip r:embed="rId5"/>
          <a:srcRect t="11996" b="5867"/>
          <a:stretch>
            <a:fillRect/>
          </a:stretch>
        </p:blipFill>
        <p:spPr>
          <a:xfrm>
            <a:off x="808432" y="1431891"/>
            <a:ext cx="10575136" cy="4883280"/>
          </a:xfrm>
          <a:prstGeom prst="rect">
            <a:avLst/>
          </a:prstGeom>
        </p:spPr>
      </p:pic>
      <p:sp>
        <p:nvSpPr>
          <p:cNvPr id="7" name="標題 1">
            <a:extLst>
              <a:ext uri="{FF2B5EF4-FFF2-40B4-BE49-F238E27FC236}">
                <a16:creationId xmlns:a16="http://schemas.microsoft.com/office/drawing/2014/main" id="{C3C14D4A-E039-E44F-032D-0B5EAB4992CB}"/>
              </a:ext>
            </a:extLst>
          </p:cNvPr>
          <p:cNvSpPr>
            <a:spLocks noGrp="1"/>
          </p:cNvSpPr>
          <p:nvPr>
            <p:ph type="title"/>
          </p:nvPr>
        </p:nvSpPr>
        <p:spPr>
          <a:xfrm>
            <a:off x="389940" y="376896"/>
            <a:ext cx="11375340" cy="802656"/>
          </a:xfrm>
        </p:spPr>
        <p:txBody>
          <a:bodyPr vert="horz" rIns="0" anchor="b">
            <a:spAutoFit/>
          </a:bodyPr>
          <a:lstStyle/>
          <a:p>
            <a:pPr>
              <a:lnSpc>
                <a:spcPct val="120000"/>
              </a:lnSpc>
            </a:pPr>
            <a:r>
              <a:rPr lang="en-US" altLang="zh-TW" sz="1800" dirty="0">
                <a:solidFill>
                  <a:schemeClr val="tx2"/>
                </a:solidFill>
              </a:rPr>
              <a:t>02</a:t>
            </a:r>
            <a:r>
              <a:rPr lang="zh-TW" altLang="en-US" sz="1800" dirty="0">
                <a:solidFill>
                  <a:schemeClr val="tx2"/>
                </a:solidFill>
              </a:rPr>
              <a:t>｜</a:t>
            </a:r>
            <a:r>
              <a:rPr lang="el-GR" altLang="zh-TW" sz="1800" dirty="0">
                <a:solidFill>
                  <a:schemeClr val="tx2"/>
                </a:solidFill>
              </a:rPr>
              <a:t>π </a:t>
            </a:r>
            <a:r>
              <a:rPr lang="zh-TW" altLang="en-US" sz="1800" dirty="0">
                <a:solidFill>
                  <a:schemeClr val="tx2"/>
                </a:solidFill>
              </a:rPr>
              <a:t>型人才歷練</a:t>
            </a:r>
            <a:br>
              <a:rPr lang="en-US" altLang="zh-TW" dirty="0"/>
            </a:br>
            <a:r>
              <a:rPr lang="zh-TW" altLang="en-US" dirty="0"/>
              <a:t>以專業深度為根基，在關鍵戰略中建立第二能力曲線</a:t>
            </a:r>
            <a:endParaRPr kumimoji="1" lang="zh-TW" altLang="en-US" dirty="0"/>
          </a:p>
        </p:txBody>
      </p:sp>
    </p:spTree>
    <p:extLst>
      <p:ext uri="{BB962C8B-B14F-4D97-AF65-F5344CB8AC3E}">
        <p14:creationId xmlns:p14="http://schemas.microsoft.com/office/powerpoint/2010/main" val="2540963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7E22F49-D50D-A67A-30E6-F8F216890134}"/>
              </a:ext>
            </a:extLst>
          </p:cNvPr>
          <p:cNvGraphicFramePr>
            <a:graphicFrameLocks/>
          </p:cNvGraphicFramePr>
          <p:nvPr>
            <p:custDataLst>
              <p:tags r:id="rId1"/>
            </p:custDataLst>
            <p:extLst>
              <p:ext uri="{D42A27DB-BD31-4B8C-83A1-F6EECF244321}">
                <p14:modId xmlns:p14="http://schemas.microsoft.com/office/powerpoint/2010/main" val="80035835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17E22F49-D50D-A67A-30E6-F8F21689013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標題 1">
            <a:extLst>
              <a:ext uri="{FF2B5EF4-FFF2-40B4-BE49-F238E27FC236}">
                <a16:creationId xmlns:a16="http://schemas.microsoft.com/office/drawing/2014/main" id="{38B960D0-EF1E-F922-61B2-A0B08F191EA7}"/>
              </a:ext>
            </a:extLst>
          </p:cNvPr>
          <p:cNvSpPr>
            <a:spLocks noGrp="1"/>
          </p:cNvSpPr>
          <p:nvPr>
            <p:ph type="title"/>
          </p:nvPr>
        </p:nvSpPr>
        <p:spPr>
          <a:xfrm>
            <a:off x="389940" y="376896"/>
            <a:ext cx="11375340" cy="802656"/>
          </a:xfrm>
        </p:spPr>
        <p:txBody>
          <a:bodyPr vert="horz" rIns="0" anchor="b">
            <a:spAutoFit/>
          </a:bodyPr>
          <a:lstStyle/>
          <a:p>
            <a:pPr>
              <a:lnSpc>
                <a:spcPct val="120000"/>
              </a:lnSpc>
            </a:pPr>
            <a:r>
              <a:rPr lang="en-US" altLang="zh-TW" sz="1800" dirty="0">
                <a:solidFill>
                  <a:schemeClr val="tx2"/>
                </a:solidFill>
              </a:rPr>
              <a:t>03</a:t>
            </a:r>
            <a:r>
              <a:rPr lang="zh-TW" altLang="en-US" sz="1800" dirty="0">
                <a:solidFill>
                  <a:schemeClr val="tx2"/>
                </a:solidFill>
              </a:rPr>
              <a:t>｜領導力願景</a:t>
            </a:r>
            <a:br>
              <a:rPr lang="en-US" altLang="zh-TW" dirty="0"/>
            </a:br>
            <a:r>
              <a:rPr lang="zh-TW" altLang="en-US" dirty="0"/>
              <a:t>以四大凱基價值為準則，從參與轉型走向帶領成長</a:t>
            </a:r>
            <a:endParaRPr kumimoji="1" lang="zh-TW" altLang="en-US" dirty="0"/>
          </a:p>
        </p:txBody>
      </p:sp>
      <p:pic>
        <p:nvPicPr>
          <p:cNvPr id="5" name="圖片 4">
            <a:extLst>
              <a:ext uri="{FF2B5EF4-FFF2-40B4-BE49-F238E27FC236}">
                <a16:creationId xmlns:a16="http://schemas.microsoft.com/office/drawing/2014/main" id="{E20660A4-D0FD-FF01-012E-2856DC767186}"/>
              </a:ext>
            </a:extLst>
          </p:cNvPr>
          <p:cNvPicPr>
            <a:picLocks noChangeAspect="1"/>
          </p:cNvPicPr>
          <p:nvPr/>
        </p:nvPicPr>
        <p:blipFill>
          <a:blip r:embed="rId5"/>
          <a:srcRect t="12832" b="8046"/>
          <a:stretch>
            <a:fillRect/>
          </a:stretch>
        </p:blipFill>
        <p:spPr>
          <a:xfrm>
            <a:off x="760869" y="1427147"/>
            <a:ext cx="10670261" cy="4751462"/>
          </a:xfrm>
          <a:prstGeom prst="rect">
            <a:avLst/>
          </a:prstGeom>
        </p:spPr>
      </p:pic>
      <p:pic>
        <p:nvPicPr>
          <p:cNvPr id="6" name="圖片 5" descr="凱基金控KGI Financial | Taipei">
            <a:extLst>
              <a:ext uri="{FF2B5EF4-FFF2-40B4-BE49-F238E27FC236}">
                <a16:creationId xmlns:a16="http://schemas.microsoft.com/office/drawing/2014/main" id="{A8285629-8877-E501-CB5F-6EEBB4649401}"/>
              </a:ext>
            </a:extLst>
          </p:cNvPr>
          <p:cNvPicPr>
            <a:picLocks noChangeAspect="1"/>
          </p:cNvPicPr>
          <p:nvPr/>
        </p:nvPicPr>
        <p:blipFill>
          <a:blip r:embed="rId6"/>
          <a:srcRect l="23681" t="20756" r="24347" b="27273"/>
          <a:stretch>
            <a:fillRect/>
          </a:stretch>
        </p:blipFill>
        <p:spPr>
          <a:xfrm>
            <a:off x="5685800" y="3392679"/>
            <a:ext cx="820397" cy="820397"/>
          </a:xfrm>
          <a:prstGeom prst="rect">
            <a:avLst/>
          </a:prstGeom>
        </p:spPr>
      </p:pic>
      <p:sp>
        <p:nvSpPr>
          <p:cNvPr id="7" name="矩形 6">
            <a:extLst>
              <a:ext uri="{FF2B5EF4-FFF2-40B4-BE49-F238E27FC236}">
                <a16:creationId xmlns:a16="http://schemas.microsoft.com/office/drawing/2014/main" id="{603014CA-A1F1-FF3C-E887-4E3B5AA48316}"/>
              </a:ext>
            </a:extLst>
          </p:cNvPr>
          <p:cNvSpPr/>
          <p:nvPr/>
        </p:nvSpPr>
        <p:spPr>
          <a:xfrm>
            <a:off x="965965" y="1350235"/>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chemeClr val="tx2"/>
                </a:solidFill>
                <a:latin typeface="Trebuchet MS" panose="020B0703020202090204" pitchFamily="34" charset="0"/>
              </a:rPr>
              <a:t>01</a:t>
            </a:r>
            <a:endParaRPr kumimoji="1" lang="zh-TW" altLang="en-US" sz="4400" dirty="0">
              <a:solidFill>
                <a:schemeClr val="tx2"/>
              </a:solidFill>
              <a:latin typeface="Trebuchet MS" panose="020B0703020202090204" pitchFamily="34" charset="0"/>
            </a:endParaRPr>
          </a:p>
        </p:txBody>
      </p:sp>
      <p:sp>
        <p:nvSpPr>
          <p:cNvPr id="8" name="矩形 7">
            <a:extLst>
              <a:ext uri="{FF2B5EF4-FFF2-40B4-BE49-F238E27FC236}">
                <a16:creationId xmlns:a16="http://schemas.microsoft.com/office/drawing/2014/main" id="{AB6D9AA3-576E-09A1-09A5-803F181C45DC}"/>
              </a:ext>
            </a:extLst>
          </p:cNvPr>
          <p:cNvSpPr/>
          <p:nvPr/>
        </p:nvSpPr>
        <p:spPr>
          <a:xfrm>
            <a:off x="965965" y="3802877"/>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rgbClr val="F19135"/>
                </a:solidFill>
                <a:latin typeface="Trebuchet MS" panose="020B0703020202090204" pitchFamily="34" charset="0"/>
              </a:rPr>
              <a:t>03</a:t>
            </a:r>
            <a:endParaRPr kumimoji="1" lang="zh-TW" altLang="en-US" sz="4400" dirty="0">
              <a:solidFill>
                <a:srgbClr val="F19135"/>
              </a:solidFill>
              <a:latin typeface="Trebuchet MS" panose="020B0703020202090204" pitchFamily="34" charset="0"/>
            </a:endParaRPr>
          </a:p>
        </p:txBody>
      </p:sp>
      <p:sp>
        <p:nvSpPr>
          <p:cNvPr id="9" name="矩形 8">
            <a:extLst>
              <a:ext uri="{FF2B5EF4-FFF2-40B4-BE49-F238E27FC236}">
                <a16:creationId xmlns:a16="http://schemas.microsoft.com/office/drawing/2014/main" id="{ECF42A89-7683-2236-16D8-B406A16C8557}"/>
              </a:ext>
            </a:extLst>
          </p:cNvPr>
          <p:cNvSpPr/>
          <p:nvPr/>
        </p:nvSpPr>
        <p:spPr>
          <a:xfrm>
            <a:off x="10431567" y="1350235"/>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rgbClr val="217C58"/>
                </a:solidFill>
                <a:latin typeface="Trebuchet MS" panose="020B0703020202090204" pitchFamily="34" charset="0"/>
              </a:rPr>
              <a:t>02</a:t>
            </a:r>
            <a:endParaRPr kumimoji="1" lang="zh-TW" altLang="en-US" sz="4400" dirty="0">
              <a:solidFill>
                <a:srgbClr val="217C58"/>
              </a:solidFill>
              <a:latin typeface="Trebuchet MS" panose="020B0703020202090204" pitchFamily="34" charset="0"/>
            </a:endParaRPr>
          </a:p>
        </p:txBody>
      </p:sp>
      <p:sp>
        <p:nvSpPr>
          <p:cNvPr id="10" name="矩形 9">
            <a:extLst>
              <a:ext uri="{FF2B5EF4-FFF2-40B4-BE49-F238E27FC236}">
                <a16:creationId xmlns:a16="http://schemas.microsoft.com/office/drawing/2014/main" id="{E9AC5F65-0160-D10A-D14A-C749022EA5C0}"/>
              </a:ext>
            </a:extLst>
          </p:cNvPr>
          <p:cNvSpPr/>
          <p:nvPr/>
        </p:nvSpPr>
        <p:spPr>
          <a:xfrm>
            <a:off x="10431564" y="3802877"/>
            <a:ext cx="79446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4400" dirty="0">
                <a:solidFill>
                  <a:srgbClr val="0E8289"/>
                </a:solidFill>
                <a:latin typeface="Trebuchet MS" panose="020B0703020202090204" pitchFamily="34" charset="0"/>
              </a:rPr>
              <a:t>04</a:t>
            </a:r>
            <a:endParaRPr kumimoji="1" lang="zh-TW" altLang="en-US" sz="4400" dirty="0">
              <a:solidFill>
                <a:srgbClr val="0E8289"/>
              </a:solidFill>
              <a:latin typeface="Trebuchet MS" panose="020B0703020202090204" pitchFamily="34" charset="0"/>
            </a:endParaRPr>
          </a:p>
        </p:txBody>
      </p:sp>
    </p:spTree>
    <p:extLst>
      <p:ext uri="{BB962C8B-B14F-4D97-AF65-F5344CB8AC3E}">
        <p14:creationId xmlns:p14="http://schemas.microsoft.com/office/powerpoint/2010/main" val="4038804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hink-cell data - do not delete" hidden="1">
            <a:extLst>
              <a:ext uri="{FF2B5EF4-FFF2-40B4-BE49-F238E27FC236}">
                <a16:creationId xmlns:a16="http://schemas.microsoft.com/office/drawing/2014/main" id="{D5367065-5754-7BA2-DE32-99C05F6BEAFC}"/>
              </a:ext>
            </a:extLst>
          </p:cNvPr>
          <p:cNvGraphicFramePr>
            <a:graphicFrameLocks/>
          </p:cNvGraphicFramePr>
          <p:nvPr>
            <p:custDataLst>
              <p:tags r:id="rId1"/>
            </p:custDataLst>
            <p:extLst>
              <p:ext uri="{D42A27DB-BD31-4B8C-83A1-F6EECF244321}">
                <p14:modId xmlns:p14="http://schemas.microsoft.com/office/powerpoint/2010/main" val="40480744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27" name="think-cell data - do not delete" hidden="1">
                        <a:extLst>
                          <a:ext uri="{FF2B5EF4-FFF2-40B4-BE49-F238E27FC236}">
                            <a16:creationId xmlns:a16="http://schemas.microsoft.com/office/drawing/2014/main" id="{D5367065-5754-7BA2-DE32-99C05F6BEAF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24" name="object 20">
            <a:extLst>
              <a:ext uri="{FF2B5EF4-FFF2-40B4-BE49-F238E27FC236}">
                <a16:creationId xmlns:a16="http://schemas.microsoft.com/office/drawing/2014/main" id="{C91A8851-08E1-73B8-FCBC-C82C014AE84B}"/>
              </a:ext>
            </a:extLst>
          </p:cNvPr>
          <p:cNvPicPr/>
          <p:nvPr/>
        </p:nvPicPr>
        <p:blipFill>
          <a:blip r:embed="rId5" cstate="print">
            <a:alphaModFix amt="35000"/>
          </a:blip>
          <a:stretch>
            <a:fillRect/>
          </a:stretch>
        </p:blipFill>
        <p:spPr>
          <a:xfrm>
            <a:off x="1649039" y="1757967"/>
            <a:ext cx="8922371" cy="3231476"/>
          </a:xfrm>
          <a:prstGeom prst="rect">
            <a:avLst/>
          </a:prstGeom>
        </p:spPr>
      </p:pic>
      <p:sp>
        <p:nvSpPr>
          <p:cNvPr id="3" name="標題 1">
            <a:extLst>
              <a:ext uri="{FF2B5EF4-FFF2-40B4-BE49-F238E27FC236}">
                <a16:creationId xmlns:a16="http://schemas.microsoft.com/office/drawing/2014/main" id="{732FAA40-5A57-0B14-73AB-1DE4DE44F20D}"/>
              </a:ext>
            </a:extLst>
          </p:cNvPr>
          <p:cNvSpPr>
            <a:spLocks noGrp="1"/>
          </p:cNvSpPr>
          <p:nvPr>
            <p:ph type="title"/>
          </p:nvPr>
        </p:nvSpPr>
        <p:spPr>
          <a:xfrm>
            <a:off x="389940" y="376896"/>
            <a:ext cx="11375340" cy="802656"/>
          </a:xfrm>
        </p:spPr>
        <p:txBody>
          <a:bodyPr vert="horz" rIns="0" anchor="b">
            <a:spAutoFit/>
          </a:bodyPr>
          <a:lstStyle/>
          <a:p>
            <a:pPr>
              <a:lnSpc>
                <a:spcPct val="120000"/>
              </a:lnSpc>
            </a:pPr>
            <a:r>
              <a:rPr lang="en-US" altLang="zh-TW" sz="1800" dirty="0">
                <a:solidFill>
                  <a:schemeClr val="tx2"/>
                </a:solidFill>
              </a:rPr>
              <a:t>04</a:t>
            </a:r>
            <a:r>
              <a:rPr lang="zh-TW" altLang="en-US" sz="1800" dirty="0">
                <a:solidFill>
                  <a:schemeClr val="tx2"/>
                </a:solidFill>
              </a:rPr>
              <a:t>｜共同展望</a:t>
            </a:r>
            <a:br>
              <a:rPr lang="en-US" altLang="zh-TW" dirty="0"/>
            </a:br>
            <a:r>
              <a:rPr lang="zh-TW" altLang="en-US" dirty="0"/>
              <a:t>把今天的歷練，轉化為下一階段能真正承擔的能力</a:t>
            </a:r>
            <a:endParaRPr kumimoji="1" lang="zh-TW" altLang="en-US" dirty="0"/>
          </a:p>
        </p:txBody>
      </p:sp>
      <p:sp>
        <p:nvSpPr>
          <p:cNvPr id="4" name="Google Shape;214;p40">
            <a:extLst>
              <a:ext uri="{FF2B5EF4-FFF2-40B4-BE49-F238E27FC236}">
                <a16:creationId xmlns:a16="http://schemas.microsoft.com/office/drawing/2014/main" id="{3239433C-C5AE-FAAF-9212-4BE7FD09A719}"/>
              </a:ext>
            </a:extLst>
          </p:cNvPr>
          <p:cNvSpPr/>
          <p:nvPr/>
        </p:nvSpPr>
        <p:spPr>
          <a:xfrm>
            <a:off x="1774038" y="3876301"/>
            <a:ext cx="9214807" cy="3070688"/>
          </a:xfrm>
          <a:custGeom>
            <a:avLst/>
            <a:gdLst/>
            <a:ahLst/>
            <a:cxnLst/>
            <a:rect l="l" t="t" r="r" b="b"/>
            <a:pathLst>
              <a:path w="276298" h="95443" extrusionOk="0">
                <a:moveTo>
                  <a:pt x="276298" y="0"/>
                </a:moveTo>
                <a:lnTo>
                  <a:pt x="272833" y="2341"/>
                </a:lnTo>
                <a:lnTo>
                  <a:pt x="266054" y="6596"/>
                </a:lnTo>
                <a:lnTo>
                  <a:pt x="255051" y="12250"/>
                </a:lnTo>
                <a:lnTo>
                  <a:pt x="246145" y="18207"/>
                </a:lnTo>
                <a:lnTo>
                  <a:pt x="235628" y="16961"/>
                </a:lnTo>
                <a:lnTo>
                  <a:pt x="226783" y="18450"/>
                </a:lnTo>
                <a:lnTo>
                  <a:pt x="219579" y="24712"/>
                </a:lnTo>
                <a:lnTo>
                  <a:pt x="200369" y="35502"/>
                </a:lnTo>
                <a:lnTo>
                  <a:pt x="178454" y="35715"/>
                </a:lnTo>
                <a:lnTo>
                  <a:pt x="170429" y="34469"/>
                </a:lnTo>
                <a:lnTo>
                  <a:pt x="155384" y="25381"/>
                </a:lnTo>
                <a:lnTo>
                  <a:pt x="144411" y="24165"/>
                </a:lnTo>
                <a:lnTo>
                  <a:pt x="133620" y="17569"/>
                </a:lnTo>
                <a:lnTo>
                  <a:pt x="125292" y="19271"/>
                </a:lnTo>
                <a:lnTo>
                  <a:pt x="117875" y="23344"/>
                </a:lnTo>
                <a:lnTo>
                  <a:pt x="93802" y="40123"/>
                </a:lnTo>
                <a:lnTo>
                  <a:pt x="62160" y="47995"/>
                </a:lnTo>
                <a:lnTo>
                  <a:pt x="51218" y="54652"/>
                </a:lnTo>
                <a:lnTo>
                  <a:pt x="38786" y="56202"/>
                </a:lnTo>
                <a:lnTo>
                  <a:pt x="26202" y="60305"/>
                </a:lnTo>
                <a:lnTo>
                  <a:pt x="7053" y="73801"/>
                </a:lnTo>
                <a:lnTo>
                  <a:pt x="1" y="76050"/>
                </a:lnTo>
                <a:lnTo>
                  <a:pt x="1" y="91035"/>
                </a:lnTo>
                <a:lnTo>
                  <a:pt x="126052" y="88603"/>
                </a:lnTo>
                <a:lnTo>
                  <a:pt x="255325" y="95199"/>
                </a:lnTo>
                <a:lnTo>
                  <a:pt x="276298" y="95442"/>
                </a:lnTo>
                <a:close/>
              </a:path>
            </a:pathLst>
          </a:custGeom>
          <a:solidFill>
            <a:schemeClr val="accent1">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5;p40">
            <a:extLst>
              <a:ext uri="{FF2B5EF4-FFF2-40B4-BE49-F238E27FC236}">
                <a16:creationId xmlns:a16="http://schemas.microsoft.com/office/drawing/2014/main" id="{9313208A-A82A-E7A9-25F5-7A0E5709AD71}"/>
              </a:ext>
            </a:extLst>
          </p:cNvPr>
          <p:cNvSpPr/>
          <p:nvPr/>
        </p:nvSpPr>
        <p:spPr>
          <a:xfrm flipH="1">
            <a:off x="4793375" y="2324456"/>
            <a:ext cx="7405076" cy="4831440"/>
          </a:xfrm>
          <a:custGeom>
            <a:avLst/>
            <a:gdLst/>
            <a:ahLst/>
            <a:cxnLst/>
            <a:rect l="l" t="t" r="r" b="b"/>
            <a:pathLst>
              <a:path w="207451" h="140307" extrusionOk="0">
                <a:moveTo>
                  <a:pt x="0" y="140306"/>
                </a:moveTo>
                <a:lnTo>
                  <a:pt x="207451" y="140306"/>
                </a:lnTo>
                <a:lnTo>
                  <a:pt x="188241" y="100792"/>
                </a:lnTo>
                <a:lnTo>
                  <a:pt x="182040" y="88664"/>
                </a:lnTo>
                <a:lnTo>
                  <a:pt x="162100" y="79242"/>
                </a:lnTo>
                <a:lnTo>
                  <a:pt x="124896" y="59150"/>
                </a:lnTo>
                <a:lnTo>
                  <a:pt x="109121" y="47326"/>
                </a:lnTo>
                <a:lnTo>
                  <a:pt x="99698" y="37843"/>
                </a:lnTo>
                <a:lnTo>
                  <a:pt x="91126" y="37417"/>
                </a:lnTo>
                <a:lnTo>
                  <a:pt x="73375" y="27417"/>
                </a:lnTo>
                <a:lnTo>
                  <a:pt x="66232" y="23891"/>
                </a:lnTo>
                <a:lnTo>
                  <a:pt x="59819" y="17660"/>
                </a:lnTo>
                <a:lnTo>
                  <a:pt x="42372" y="10821"/>
                </a:lnTo>
                <a:lnTo>
                  <a:pt x="25472" y="973"/>
                </a:lnTo>
                <a:lnTo>
                  <a:pt x="16870" y="0"/>
                </a:lnTo>
                <a:lnTo>
                  <a:pt x="9879" y="5928"/>
                </a:lnTo>
                <a:lnTo>
                  <a:pt x="1641" y="7599"/>
                </a:lnTo>
                <a:lnTo>
                  <a:pt x="0" y="8906"/>
                </a:ln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8;p40">
            <a:extLst>
              <a:ext uri="{FF2B5EF4-FFF2-40B4-BE49-F238E27FC236}">
                <a16:creationId xmlns:a16="http://schemas.microsoft.com/office/drawing/2014/main" id="{01F21FDE-FE93-B71F-3FCE-B64DE009CCA3}"/>
              </a:ext>
            </a:extLst>
          </p:cNvPr>
          <p:cNvSpPr/>
          <p:nvPr/>
        </p:nvSpPr>
        <p:spPr>
          <a:xfrm flipH="1">
            <a:off x="4117632" y="4768395"/>
            <a:ext cx="8615602" cy="1999874"/>
          </a:xfrm>
          <a:custGeom>
            <a:avLst/>
            <a:gdLst/>
            <a:ahLst/>
            <a:cxnLst/>
            <a:rect l="l" t="t" r="r" b="b"/>
            <a:pathLst>
              <a:path w="226905" h="62160" extrusionOk="0">
                <a:moveTo>
                  <a:pt x="226904" y="62159"/>
                </a:moveTo>
                <a:lnTo>
                  <a:pt x="198089" y="45624"/>
                </a:lnTo>
                <a:lnTo>
                  <a:pt x="186448" y="44560"/>
                </a:lnTo>
                <a:lnTo>
                  <a:pt x="161918" y="27448"/>
                </a:lnTo>
                <a:lnTo>
                  <a:pt x="153559" y="24408"/>
                </a:lnTo>
                <a:lnTo>
                  <a:pt x="145717" y="19180"/>
                </a:lnTo>
                <a:lnTo>
                  <a:pt x="135596" y="22645"/>
                </a:lnTo>
                <a:lnTo>
                  <a:pt x="127875" y="19453"/>
                </a:lnTo>
                <a:lnTo>
                  <a:pt x="109881" y="6779"/>
                </a:lnTo>
                <a:lnTo>
                  <a:pt x="101735" y="5107"/>
                </a:lnTo>
                <a:lnTo>
                  <a:pt x="91917" y="0"/>
                </a:lnTo>
                <a:lnTo>
                  <a:pt x="77722" y="8207"/>
                </a:lnTo>
                <a:lnTo>
                  <a:pt x="58694" y="15776"/>
                </a:lnTo>
                <a:lnTo>
                  <a:pt x="22189" y="36505"/>
                </a:lnTo>
                <a:lnTo>
                  <a:pt x="12159" y="39788"/>
                </a:lnTo>
                <a:cubicBezTo>
                  <a:pt x="12159" y="39788"/>
                  <a:pt x="6596" y="57235"/>
                  <a:pt x="0" y="62159"/>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9;p40">
            <a:extLst>
              <a:ext uri="{FF2B5EF4-FFF2-40B4-BE49-F238E27FC236}">
                <a16:creationId xmlns:a16="http://schemas.microsoft.com/office/drawing/2014/main" id="{248065D9-8B38-1BAB-11CF-F520054A8C0D}"/>
              </a:ext>
            </a:extLst>
          </p:cNvPr>
          <p:cNvSpPr/>
          <p:nvPr/>
        </p:nvSpPr>
        <p:spPr>
          <a:xfrm>
            <a:off x="0" y="6222136"/>
            <a:ext cx="12198287" cy="703121"/>
          </a:xfrm>
          <a:custGeom>
            <a:avLst/>
            <a:gdLst/>
            <a:ahLst/>
            <a:cxnLst/>
            <a:rect l="l" t="t" r="r" b="b"/>
            <a:pathLst>
              <a:path w="124267" h="6943" extrusionOk="0">
                <a:moveTo>
                  <a:pt x="123421" y="2001"/>
                </a:moveTo>
                <a:lnTo>
                  <a:pt x="123659" y="1025"/>
                </a:lnTo>
                <a:lnTo>
                  <a:pt x="123123" y="1644"/>
                </a:lnTo>
                <a:lnTo>
                  <a:pt x="123052" y="1394"/>
                </a:lnTo>
                <a:lnTo>
                  <a:pt x="122933" y="1668"/>
                </a:lnTo>
                <a:lnTo>
                  <a:pt x="122992" y="1168"/>
                </a:lnTo>
                <a:lnTo>
                  <a:pt x="122635" y="1680"/>
                </a:lnTo>
                <a:lnTo>
                  <a:pt x="122671" y="299"/>
                </a:lnTo>
                <a:lnTo>
                  <a:pt x="121456" y="1442"/>
                </a:lnTo>
                <a:lnTo>
                  <a:pt x="122373" y="418"/>
                </a:lnTo>
                <a:lnTo>
                  <a:pt x="120266" y="1311"/>
                </a:lnTo>
                <a:lnTo>
                  <a:pt x="120325" y="1013"/>
                </a:lnTo>
                <a:lnTo>
                  <a:pt x="119908" y="1192"/>
                </a:lnTo>
                <a:lnTo>
                  <a:pt x="120563" y="239"/>
                </a:lnTo>
                <a:lnTo>
                  <a:pt x="119123" y="1322"/>
                </a:lnTo>
                <a:lnTo>
                  <a:pt x="118801" y="596"/>
                </a:lnTo>
                <a:lnTo>
                  <a:pt x="118623" y="977"/>
                </a:lnTo>
                <a:lnTo>
                  <a:pt x="118527" y="811"/>
                </a:lnTo>
                <a:lnTo>
                  <a:pt x="118599" y="1132"/>
                </a:lnTo>
                <a:lnTo>
                  <a:pt x="117634" y="1"/>
                </a:lnTo>
                <a:lnTo>
                  <a:pt x="117456" y="1632"/>
                </a:lnTo>
                <a:lnTo>
                  <a:pt x="117372" y="1346"/>
                </a:lnTo>
                <a:lnTo>
                  <a:pt x="117194" y="1644"/>
                </a:lnTo>
                <a:lnTo>
                  <a:pt x="117515" y="953"/>
                </a:lnTo>
                <a:lnTo>
                  <a:pt x="116348" y="2037"/>
                </a:lnTo>
                <a:lnTo>
                  <a:pt x="117015" y="715"/>
                </a:lnTo>
                <a:lnTo>
                  <a:pt x="115646" y="2275"/>
                </a:lnTo>
                <a:lnTo>
                  <a:pt x="115408" y="1430"/>
                </a:lnTo>
                <a:lnTo>
                  <a:pt x="115205" y="1930"/>
                </a:lnTo>
                <a:lnTo>
                  <a:pt x="115158" y="1870"/>
                </a:lnTo>
                <a:lnTo>
                  <a:pt x="115074" y="1620"/>
                </a:lnTo>
                <a:lnTo>
                  <a:pt x="115086" y="1799"/>
                </a:lnTo>
                <a:lnTo>
                  <a:pt x="115015" y="1703"/>
                </a:lnTo>
                <a:lnTo>
                  <a:pt x="115098" y="2049"/>
                </a:lnTo>
                <a:lnTo>
                  <a:pt x="115110" y="2156"/>
                </a:lnTo>
                <a:lnTo>
                  <a:pt x="114443" y="1430"/>
                </a:lnTo>
                <a:lnTo>
                  <a:pt x="114432" y="1251"/>
                </a:lnTo>
                <a:lnTo>
                  <a:pt x="114372" y="1334"/>
                </a:lnTo>
                <a:lnTo>
                  <a:pt x="114205" y="1168"/>
                </a:lnTo>
                <a:lnTo>
                  <a:pt x="114241" y="1513"/>
                </a:lnTo>
                <a:lnTo>
                  <a:pt x="113943" y="1930"/>
                </a:lnTo>
                <a:lnTo>
                  <a:pt x="113836" y="1763"/>
                </a:lnTo>
                <a:lnTo>
                  <a:pt x="113431" y="2596"/>
                </a:lnTo>
                <a:lnTo>
                  <a:pt x="113265" y="2835"/>
                </a:lnTo>
                <a:lnTo>
                  <a:pt x="113122" y="2001"/>
                </a:lnTo>
                <a:lnTo>
                  <a:pt x="113050" y="2084"/>
                </a:lnTo>
                <a:lnTo>
                  <a:pt x="113003" y="1703"/>
                </a:lnTo>
                <a:lnTo>
                  <a:pt x="113181" y="1465"/>
                </a:lnTo>
                <a:lnTo>
                  <a:pt x="112991" y="1620"/>
                </a:lnTo>
                <a:lnTo>
                  <a:pt x="112967" y="1394"/>
                </a:lnTo>
                <a:lnTo>
                  <a:pt x="112824" y="1751"/>
                </a:lnTo>
                <a:lnTo>
                  <a:pt x="112253" y="2215"/>
                </a:lnTo>
                <a:lnTo>
                  <a:pt x="111526" y="1144"/>
                </a:lnTo>
                <a:lnTo>
                  <a:pt x="111955" y="2465"/>
                </a:lnTo>
                <a:lnTo>
                  <a:pt x="111919" y="2501"/>
                </a:lnTo>
                <a:lnTo>
                  <a:pt x="111407" y="1942"/>
                </a:lnTo>
                <a:lnTo>
                  <a:pt x="111407" y="1930"/>
                </a:lnTo>
                <a:lnTo>
                  <a:pt x="111407" y="1930"/>
                </a:lnTo>
                <a:lnTo>
                  <a:pt x="111122" y="1632"/>
                </a:lnTo>
                <a:lnTo>
                  <a:pt x="111276" y="2001"/>
                </a:lnTo>
                <a:lnTo>
                  <a:pt x="110622" y="2358"/>
                </a:lnTo>
                <a:lnTo>
                  <a:pt x="110610" y="2620"/>
                </a:lnTo>
                <a:lnTo>
                  <a:pt x="110479" y="2573"/>
                </a:lnTo>
                <a:lnTo>
                  <a:pt x="110252" y="2025"/>
                </a:lnTo>
                <a:lnTo>
                  <a:pt x="110288" y="2513"/>
                </a:lnTo>
                <a:lnTo>
                  <a:pt x="107824" y="1644"/>
                </a:lnTo>
                <a:lnTo>
                  <a:pt x="108526" y="2692"/>
                </a:lnTo>
                <a:lnTo>
                  <a:pt x="107835" y="2001"/>
                </a:lnTo>
                <a:lnTo>
                  <a:pt x="108002" y="2823"/>
                </a:lnTo>
                <a:lnTo>
                  <a:pt x="107585" y="2096"/>
                </a:lnTo>
                <a:lnTo>
                  <a:pt x="107574" y="2918"/>
                </a:lnTo>
                <a:lnTo>
                  <a:pt x="107574" y="1192"/>
                </a:lnTo>
                <a:lnTo>
                  <a:pt x="106633" y="2763"/>
                </a:lnTo>
                <a:lnTo>
                  <a:pt x="106407" y="2299"/>
                </a:lnTo>
                <a:lnTo>
                  <a:pt x="106157" y="2918"/>
                </a:lnTo>
                <a:lnTo>
                  <a:pt x="105978" y="2751"/>
                </a:lnTo>
                <a:lnTo>
                  <a:pt x="105823" y="3073"/>
                </a:lnTo>
                <a:lnTo>
                  <a:pt x="104276" y="2037"/>
                </a:lnTo>
                <a:lnTo>
                  <a:pt x="105026" y="3216"/>
                </a:lnTo>
                <a:lnTo>
                  <a:pt x="103525" y="2632"/>
                </a:lnTo>
                <a:lnTo>
                  <a:pt x="104192" y="3370"/>
                </a:lnTo>
                <a:lnTo>
                  <a:pt x="103525" y="3001"/>
                </a:lnTo>
                <a:lnTo>
                  <a:pt x="103680" y="3525"/>
                </a:lnTo>
                <a:lnTo>
                  <a:pt x="102513" y="2442"/>
                </a:lnTo>
                <a:lnTo>
                  <a:pt x="102109" y="3835"/>
                </a:lnTo>
                <a:lnTo>
                  <a:pt x="102049" y="3835"/>
                </a:lnTo>
                <a:lnTo>
                  <a:pt x="101597" y="3120"/>
                </a:lnTo>
                <a:lnTo>
                  <a:pt x="101287" y="3882"/>
                </a:lnTo>
                <a:lnTo>
                  <a:pt x="101216" y="3882"/>
                </a:lnTo>
                <a:lnTo>
                  <a:pt x="101037" y="2930"/>
                </a:lnTo>
                <a:lnTo>
                  <a:pt x="100739" y="3644"/>
                </a:lnTo>
                <a:lnTo>
                  <a:pt x="100632" y="3180"/>
                </a:lnTo>
                <a:lnTo>
                  <a:pt x="100275" y="3287"/>
                </a:lnTo>
                <a:lnTo>
                  <a:pt x="100037" y="3037"/>
                </a:lnTo>
                <a:lnTo>
                  <a:pt x="99811" y="1965"/>
                </a:lnTo>
                <a:lnTo>
                  <a:pt x="99025" y="3347"/>
                </a:lnTo>
                <a:lnTo>
                  <a:pt x="97227" y="2001"/>
                </a:lnTo>
                <a:lnTo>
                  <a:pt x="98025" y="3216"/>
                </a:lnTo>
                <a:lnTo>
                  <a:pt x="96977" y="2585"/>
                </a:lnTo>
                <a:lnTo>
                  <a:pt x="97584" y="3311"/>
                </a:lnTo>
                <a:lnTo>
                  <a:pt x="97001" y="3001"/>
                </a:lnTo>
                <a:lnTo>
                  <a:pt x="97072" y="3156"/>
                </a:lnTo>
                <a:lnTo>
                  <a:pt x="94929" y="2858"/>
                </a:lnTo>
                <a:lnTo>
                  <a:pt x="96382" y="3454"/>
                </a:lnTo>
                <a:lnTo>
                  <a:pt x="95096" y="3418"/>
                </a:lnTo>
                <a:lnTo>
                  <a:pt x="95334" y="3049"/>
                </a:lnTo>
                <a:lnTo>
                  <a:pt x="94870" y="3406"/>
                </a:lnTo>
                <a:lnTo>
                  <a:pt x="94798" y="3406"/>
                </a:lnTo>
                <a:lnTo>
                  <a:pt x="94215" y="3120"/>
                </a:lnTo>
                <a:lnTo>
                  <a:pt x="94441" y="3728"/>
                </a:lnTo>
                <a:lnTo>
                  <a:pt x="94358" y="3811"/>
                </a:lnTo>
                <a:lnTo>
                  <a:pt x="93846" y="3168"/>
                </a:lnTo>
                <a:lnTo>
                  <a:pt x="94060" y="3775"/>
                </a:lnTo>
                <a:lnTo>
                  <a:pt x="93608" y="3120"/>
                </a:lnTo>
                <a:lnTo>
                  <a:pt x="93643" y="3573"/>
                </a:lnTo>
                <a:lnTo>
                  <a:pt x="93357" y="3061"/>
                </a:lnTo>
                <a:lnTo>
                  <a:pt x="93191" y="3894"/>
                </a:lnTo>
                <a:lnTo>
                  <a:pt x="93000" y="4085"/>
                </a:lnTo>
                <a:lnTo>
                  <a:pt x="92726" y="4013"/>
                </a:lnTo>
                <a:lnTo>
                  <a:pt x="92655" y="4359"/>
                </a:lnTo>
                <a:lnTo>
                  <a:pt x="92417" y="3823"/>
                </a:lnTo>
                <a:lnTo>
                  <a:pt x="92310" y="4418"/>
                </a:lnTo>
                <a:lnTo>
                  <a:pt x="92191" y="4430"/>
                </a:lnTo>
                <a:lnTo>
                  <a:pt x="92012" y="3989"/>
                </a:lnTo>
                <a:lnTo>
                  <a:pt x="91714" y="4442"/>
                </a:lnTo>
                <a:lnTo>
                  <a:pt x="91619" y="4466"/>
                </a:lnTo>
                <a:lnTo>
                  <a:pt x="91322" y="3466"/>
                </a:lnTo>
                <a:lnTo>
                  <a:pt x="90452" y="4323"/>
                </a:lnTo>
                <a:lnTo>
                  <a:pt x="90571" y="3930"/>
                </a:lnTo>
                <a:lnTo>
                  <a:pt x="90083" y="4204"/>
                </a:lnTo>
                <a:lnTo>
                  <a:pt x="90571" y="3644"/>
                </a:lnTo>
                <a:lnTo>
                  <a:pt x="89476" y="4109"/>
                </a:lnTo>
                <a:lnTo>
                  <a:pt x="90024" y="3216"/>
                </a:lnTo>
                <a:lnTo>
                  <a:pt x="88881" y="4013"/>
                </a:lnTo>
                <a:lnTo>
                  <a:pt x="88774" y="3763"/>
                </a:lnTo>
                <a:lnTo>
                  <a:pt x="88643" y="3894"/>
                </a:lnTo>
                <a:lnTo>
                  <a:pt x="88452" y="3430"/>
                </a:lnTo>
                <a:lnTo>
                  <a:pt x="88297" y="3787"/>
                </a:lnTo>
                <a:lnTo>
                  <a:pt x="87607" y="2632"/>
                </a:lnTo>
                <a:lnTo>
                  <a:pt x="87607" y="3930"/>
                </a:lnTo>
                <a:lnTo>
                  <a:pt x="87595" y="3299"/>
                </a:lnTo>
                <a:lnTo>
                  <a:pt x="87297" y="3870"/>
                </a:lnTo>
                <a:lnTo>
                  <a:pt x="87416" y="3239"/>
                </a:lnTo>
                <a:lnTo>
                  <a:pt x="86928" y="3775"/>
                </a:lnTo>
                <a:lnTo>
                  <a:pt x="87428" y="2977"/>
                </a:lnTo>
                <a:lnTo>
                  <a:pt x="85345" y="3775"/>
                </a:lnTo>
                <a:lnTo>
                  <a:pt x="85333" y="3632"/>
                </a:lnTo>
                <a:lnTo>
                  <a:pt x="85178" y="3847"/>
                </a:lnTo>
                <a:lnTo>
                  <a:pt x="84928" y="3942"/>
                </a:lnTo>
                <a:lnTo>
                  <a:pt x="84964" y="3525"/>
                </a:lnTo>
                <a:lnTo>
                  <a:pt x="84809" y="3716"/>
                </a:lnTo>
                <a:lnTo>
                  <a:pt x="85071" y="3037"/>
                </a:lnTo>
                <a:lnTo>
                  <a:pt x="84452" y="3751"/>
                </a:lnTo>
                <a:lnTo>
                  <a:pt x="84785" y="2680"/>
                </a:lnTo>
                <a:lnTo>
                  <a:pt x="84083" y="3751"/>
                </a:lnTo>
                <a:lnTo>
                  <a:pt x="83773" y="2882"/>
                </a:lnTo>
                <a:lnTo>
                  <a:pt x="83642" y="4001"/>
                </a:lnTo>
                <a:lnTo>
                  <a:pt x="83523" y="3811"/>
                </a:lnTo>
                <a:lnTo>
                  <a:pt x="83535" y="3930"/>
                </a:lnTo>
                <a:lnTo>
                  <a:pt x="82749" y="2811"/>
                </a:lnTo>
                <a:lnTo>
                  <a:pt x="82713" y="3406"/>
                </a:lnTo>
                <a:lnTo>
                  <a:pt x="82606" y="3644"/>
                </a:lnTo>
                <a:lnTo>
                  <a:pt x="82642" y="3347"/>
                </a:lnTo>
                <a:lnTo>
                  <a:pt x="82249" y="4370"/>
                </a:lnTo>
                <a:lnTo>
                  <a:pt x="82201" y="4490"/>
                </a:lnTo>
                <a:lnTo>
                  <a:pt x="82189" y="4478"/>
                </a:lnTo>
                <a:lnTo>
                  <a:pt x="82297" y="3096"/>
                </a:lnTo>
                <a:lnTo>
                  <a:pt x="82035" y="3989"/>
                </a:lnTo>
                <a:lnTo>
                  <a:pt x="81999" y="3906"/>
                </a:lnTo>
                <a:lnTo>
                  <a:pt x="81832" y="4323"/>
                </a:lnTo>
                <a:lnTo>
                  <a:pt x="81797" y="3966"/>
                </a:lnTo>
                <a:lnTo>
                  <a:pt x="81677" y="4347"/>
                </a:lnTo>
                <a:lnTo>
                  <a:pt x="81106" y="3775"/>
                </a:lnTo>
                <a:lnTo>
                  <a:pt x="81011" y="3644"/>
                </a:lnTo>
                <a:lnTo>
                  <a:pt x="81035" y="3704"/>
                </a:lnTo>
                <a:lnTo>
                  <a:pt x="80606" y="3275"/>
                </a:lnTo>
                <a:lnTo>
                  <a:pt x="81035" y="4239"/>
                </a:lnTo>
                <a:lnTo>
                  <a:pt x="80796" y="3882"/>
                </a:lnTo>
                <a:lnTo>
                  <a:pt x="80749" y="4144"/>
                </a:lnTo>
                <a:lnTo>
                  <a:pt x="80368" y="3704"/>
                </a:lnTo>
                <a:lnTo>
                  <a:pt x="79927" y="4501"/>
                </a:lnTo>
                <a:lnTo>
                  <a:pt x="80094" y="3406"/>
                </a:lnTo>
                <a:lnTo>
                  <a:pt x="79308" y="4287"/>
                </a:lnTo>
                <a:lnTo>
                  <a:pt x="79546" y="3216"/>
                </a:lnTo>
                <a:lnTo>
                  <a:pt x="78820" y="4025"/>
                </a:lnTo>
                <a:lnTo>
                  <a:pt x="79010" y="3573"/>
                </a:lnTo>
                <a:lnTo>
                  <a:pt x="78701" y="3882"/>
                </a:lnTo>
                <a:lnTo>
                  <a:pt x="78106" y="2977"/>
                </a:lnTo>
                <a:lnTo>
                  <a:pt x="78034" y="4347"/>
                </a:lnTo>
                <a:lnTo>
                  <a:pt x="76986" y="3370"/>
                </a:lnTo>
                <a:lnTo>
                  <a:pt x="77439" y="4370"/>
                </a:lnTo>
                <a:lnTo>
                  <a:pt x="75486" y="3894"/>
                </a:lnTo>
                <a:lnTo>
                  <a:pt x="76582" y="4597"/>
                </a:lnTo>
                <a:lnTo>
                  <a:pt x="76093" y="4382"/>
                </a:lnTo>
                <a:lnTo>
                  <a:pt x="75677" y="4585"/>
                </a:lnTo>
                <a:lnTo>
                  <a:pt x="75320" y="4359"/>
                </a:lnTo>
                <a:lnTo>
                  <a:pt x="74950" y="4561"/>
                </a:lnTo>
                <a:lnTo>
                  <a:pt x="74450" y="4311"/>
                </a:lnTo>
                <a:lnTo>
                  <a:pt x="74831" y="4728"/>
                </a:lnTo>
                <a:lnTo>
                  <a:pt x="74510" y="4597"/>
                </a:lnTo>
                <a:lnTo>
                  <a:pt x="74617" y="4906"/>
                </a:lnTo>
                <a:lnTo>
                  <a:pt x="74331" y="4763"/>
                </a:lnTo>
                <a:lnTo>
                  <a:pt x="74236" y="4525"/>
                </a:lnTo>
                <a:lnTo>
                  <a:pt x="74212" y="4716"/>
                </a:lnTo>
                <a:lnTo>
                  <a:pt x="73355" y="4299"/>
                </a:lnTo>
                <a:lnTo>
                  <a:pt x="73295" y="4228"/>
                </a:lnTo>
                <a:lnTo>
                  <a:pt x="73260" y="4251"/>
                </a:lnTo>
                <a:lnTo>
                  <a:pt x="73200" y="4228"/>
                </a:lnTo>
                <a:lnTo>
                  <a:pt x="73248" y="4263"/>
                </a:lnTo>
                <a:lnTo>
                  <a:pt x="72903" y="4644"/>
                </a:lnTo>
                <a:lnTo>
                  <a:pt x="72653" y="4132"/>
                </a:lnTo>
                <a:lnTo>
                  <a:pt x="72533" y="4823"/>
                </a:lnTo>
                <a:lnTo>
                  <a:pt x="71783" y="4061"/>
                </a:lnTo>
                <a:lnTo>
                  <a:pt x="71295" y="4430"/>
                </a:lnTo>
                <a:lnTo>
                  <a:pt x="72069" y="3477"/>
                </a:lnTo>
                <a:lnTo>
                  <a:pt x="70450" y="4406"/>
                </a:lnTo>
                <a:lnTo>
                  <a:pt x="70664" y="3513"/>
                </a:lnTo>
                <a:lnTo>
                  <a:pt x="70212" y="4073"/>
                </a:lnTo>
                <a:lnTo>
                  <a:pt x="70140" y="3847"/>
                </a:lnTo>
                <a:lnTo>
                  <a:pt x="70033" y="4109"/>
                </a:lnTo>
                <a:lnTo>
                  <a:pt x="70093" y="3644"/>
                </a:lnTo>
                <a:lnTo>
                  <a:pt x="69795" y="4109"/>
                </a:lnTo>
                <a:lnTo>
                  <a:pt x="69831" y="2835"/>
                </a:lnTo>
                <a:lnTo>
                  <a:pt x="68819" y="3882"/>
                </a:lnTo>
                <a:lnTo>
                  <a:pt x="69569" y="2942"/>
                </a:lnTo>
                <a:lnTo>
                  <a:pt x="67819" y="3763"/>
                </a:lnTo>
                <a:lnTo>
                  <a:pt x="67866" y="3477"/>
                </a:lnTo>
                <a:lnTo>
                  <a:pt x="67521" y="3644"/>
                </a:lnTo>
                <a:lnTo>
                  <a:pt x="68069" y="2775"/>
                </a:lnTo>
                <a:lnTo>
                  <a:pt x="66866" y="3775"/>
                </a:lnTo>
                <a:lnTo>
                  <a:pt x="66592" y="3108"/>
                </a:lnTo>
                <a:lnTo>
                  <a:pt x="66449" y="3454"/>
                </a:lnTo>
                <a:lnTo>
                  <a:pt x="66354" y="3299"/>
                </a:lnTo>
                <a:lnTo>
                  <a:pt x="66437" y="3585"/>
                </a:lnTo>
                <a:lnTo>
                  <a:pt x="65616" y="2537"/>
                </a:lnTo>
                <a:lnTo>
                  <a:pt x="65461" y="4049"/>
                </a:lnTo>
                <a:lnTo>
                  <a:pt x="65402" y="3787"/>
                </a:lnTo>
                <a:lnTo>
                  <a:pt x="65259" y="4061"/>
                </a:lnTo>
                <a:lnTo>
                  <a:pt x="65521" y="3418"/>
                </a:lnTo>
                <a:lnTo>
                  <a:pt x="64556" y="4418"/>
                </a:lnTo>
                <a:lnTo>
                  <a:pt x="65104" y="3192"/>
                </a:lnTo>
                <a:lnTo>
                  <a:pt x="63961" y="4620"/>
                </a:lnTo>
                <a:lnTo>
                  <a:pt x="63770" y="3847"/>
                </a:lnTo>
                <a:lnTo>
                  <a:pt x="63592" y="4311"/>
                </a:lnTo>
                <a:lnTo>
                  <a:pt x="63544" y="4251"/>
                </a:lnTo>
                <a:lnTo>
                  <a:pt x="63473" y="4013"/>
                </a:lnTo>
                <a:lnTo>
                  <a:pt x="63485" y="4180"/>
                </a:lnTo>
                <a:lnTo>
                  <a:pt x="63425" y="4109"/>
                </a:lnTo>
                <a:lnTo>
                  <a:pt x="63497" y="4418"/>
                </a:lnTo>
                <a:lnTo>
                  <a:pt x="63520" y="4525"/>
                </a:lnTo>
                <a:lnTo>
                  <a:pt x="62949" y="3835"/>
                </a:lnTo>
                <a:lnTo>
                  <a:pt x="62937" y="3692"/>
                </a:lnTo>
                <a:lnTo>
                  <a:pt x="62889" y="3763"/>
                </a:lnTo>
                <a:lnTo>
                  <a:pt x="62758" y="3608"/>
                </a:lnTo>
                <a:lnTo>
                  <a:pt x="62782" y="3930"/>
                </a:lnTo>
                <a:lnTo>
                  <a:pt x="62520" y="4299"/>
                </a:lnTo>
                <a:lnTo>
                  <a:pt x="62449" y="4144"/>
                </a:lnTo>
                <a:lnTo>
                  <a:pt x="62104" y="4918"/>
                </a:lnTo>
                <a:lnTo>
                  <a:pt x="61973" y="5132"/>
                </a:lnTo>
                <a:lnTo>
                  <a:pt x="61854" y="4370"/>
                </a:lnTo>
                <a:lnTo>
                  <a:pt x="61794" y="4430"/>
                </a:lnTo>
                <a:lnTo>
                  <a:pt x="61746" y="4085"/>
                </a:lnTo>
                <a:lnTo>
                  <a:pt x="61889" y="3882"/>
                </a:lnTo>
                <a:lnTo>
                  <a:pt x="61746" y="4013"/>
                </a:lnTo>
                <a:lnTo>
                  <a:pt x="61711" y="3823"/>
                </a:lnTo>
                <a:lnTo>
                  <a:pt x="61592" y="4132"/>
                </a:lnTo>
                <a:lnTo>
                  <a:pt x="61115" y="4561"/>
                </a:lnTo>
                <a:lnTo>
                  <a:pt x="60508" y="3573"/>
                </a:lnTo>
                <a:lnTo>
                  <a:pt x="60865" y="4787"/>
                </a:lnTo>
                <a:lnTo>
                  <a:pt x="60842" y="4823"/>
                </a:lnTo>
                <a:lnTo>
                  <a:pt x="60425" y="4311"/>
                </a:lnTo>
                <a:lnTo>
                  <a:pt x="60425" y="4299"/>
                </a:lnTo>
                <a:lnTo>
                  <a:pt x="60401" y="4299"/>
                </a:lnTo>
                <a:lnTo>
                  <a:pt x="60163" y="4013"/>
                </a:lnTo>
                <a:lnTo>
                  <a:pt x="60306" y="4370"/>
                </a:lnTo>
                <a:lnTo>
                  <a:pt x="59746" y="4680"/>
                </a:lnTo>
                <a:lnTo>
                  <a:pt x="59734" y="4918"/>
                </a:lnTo>
                <a:lnTo>
                  <a:pt x="59627" y="4882"/>
                </a:lnTo>
                <a:lnTo>
                  <a:pt x="59437" y="4370"/>
                </a:lnTo>
                <a:lnTo>
                  <a:pt x="59484" y="4823"/>
                </a:lnTo>
                <a:lnTo>
                  <a:pt x="57401" y="4025"/>
                </a:lnTo>
                <a:lnTo>
                  <a:pt x="57984" y="4978"/>
                </a:lnTo>
                <a:lnTo>
                  <a:pt x="57413" y="4347"/>
                </a:lnTo>
                <a:lnTo>
                  <a:pt x="57543" y="5085"/>
                </a:lnTo>
                <a:lnTo>
                  <a:pt x="57543" y="5085"/>
                </a:lnTo>
                <a:lnTo>
                  <a:pt x="57210" y="4430"/>
                </a:lnTo>
                <a:lnTo>
                  <a:pt x="57186" y="5144"/>
                </a:lnTo>
                <a:lnTo>
                  <a:pt x="57186" y="5144"/>
                </a:lnTo>
                <a:lnTo>
                  <a:pt x="57186" y="3597"/>
                </a:lnTo>
                <a:lnTo>
                  <a:pt x="56400" y="5037"/>
                </a:lnTo>
                <a:lnTo>
                  <a:pt x="56222" y="4609"/>
                </a:lnTo>
                <a:lnTo>
                  <a:pt x="56103" y="4894"/>
                </a:lnTo>
                <a:lnTo>
                  <a:pt x="55877" y="5037"/>
                </a:lnTo>
                <a:lnTo>
                  <a:pt x="55865" y="5025"/>
                </a:lnTo>
                <a:lnTo>
                  <a:pt x="55841" y="5073"/>
                </a:lnTo>
                <a:lnTo>
                  <a:pt x="55603" y="5216"/>
                </a:lnTo>
                <a:lnTo>
                  <a:pt x="55496" y="5144"/>
                </a:lnTo>
                <a:lnTo>
                  <a:pt x="55960" y="4406"/>
                </a:lnTo>
                <a:lnTo>
                  <a:pt x="55257" y="4966"/>
                </a:lnTo>
                <a:lnTo>
                  <a:pt x="54484" y="4406"/>
                </a:lnTo>
                <a:lnTo>
                  <a:pt x="54662" y="4144"/>
                </a:lnTo>
                <a:lnTo>
                  <a:pt x="54055" y="4561"/>
                </a:lnTo>
                <a:lnTo>
                  <a:pt x="53960" y="4406"/>
                </a:lnTo>
                <a:lnTo>
                  <a:pt x="53912" y="4656"/>
                </a:lnTo>
                <a:lnTo>
                  <a:pt x="53436" y="4966"/>
                </a:lnTo>
                <a:lnTo>
                  <a:pt x="53531" y="4609"/>
                </a:lnTo>
                <a:lnTo>
                  <a:pt x="53281" y="4775"/>
                </a:lnTo>
                <a:lnTo>
                  <a:pt x="53591" y="4263"/>
                </a:lnTo>
                <a:lnTo>
                  <a:pt x="53174" y="4585"/>
                </a:lnTo>
                <a:lnTo>
                  <a:pt x="52841" y="4347"/>
                </a:lnTo>
                <a:lnTo>
                  <a:pt x="52543" y="4609"/>
                </a:lnTo>
                <a:lnTo>
                  <a:pt x="52186" y="4406"/>
                </a:lnTo>
                <a:lnTo>
                  <a:pt x="51769" y="4656"/>
                </a:lnTo>
                <a:lnTo>
                  <a:pt x="52710" y="3787"/>
                </a:lnTo>
                <a:lnTo>
                  <a:pt x="51043" y="4406"/>
                </a:lnTo>
                <a:lnTo>
                  <a:pt x="51436" y="3227"/>
                </a:lnTo>
                <a:lnTo>
                  <a:pt x="50543" y="4382"/>
                </a:lnTo>
                <a:lnTo>
                  <a:pt x="50495" y="2775"/>
                </a:lnTo>
                <a:lnTo>
                  <a:pt x="49983" y="3847"/>
                </a:lnTo>
                <a:lnTo>
                  <a:pt x="49721" y="3489"/>
                </a:lnTo>
                <a:lnTo>
                  <a:pt x="49900" y="4025"/>
                </a:lnTo>
                <a:lnTo>
                  <a:pt x="49292" y="3108"/>
                </a:lnTo>
                <a:lnTo>
                  <a:pt x="49483" y="4323"/>
                </a:lnTo>
                <a:lnTo>
                  <a:pt x="48828" y="3335"/>
                </a:lnTo>
                <a:lnTo>
                  <a:pt x="48959" y="4609"/>
                </a:lnTo>
                <a:lnTo>
                  <a:pt x="48602" y="3668"/>
                </a:lnTo>
                <a:lnTo>
                  <a:pt x="48316" y="4144"/>
                </a:lnTo>
                <a:lnTo>
                  <a:pt x="48257" y="4061"/>
                </a:lnTo>
                <a:lnTo>
                  <a:pt x="48245" y="3894"/>
                </a:lnTo>
                <a:lnTo>
                  <a:pt x="48221" y="3966"/>
                </a:lnTo>
                <a:lnTo>
                  <a:pt x="48185" y="3930"/>
                </a:lnTo>
                <a:lnTo>
                  <a:pt x="48185" y="4013"/>
                </a:lnTo>
                <a:lnTo>
                  <a:pt x="48054" y="4311"/>
                </a:lnTo>
                <a:lnTo>
                  <a:pt x="48411" y="3180"/>
                </a:lnTo>
                <a:lnTo>
                  <a:pt x="47530" y="4442"/>
                </a:lnTo>
                <a:lnTo>
                  <a:pt x="47447" y="4025"/>
                </a:lnTo>
                <a:lnTo>
                  <a:pt x="47387" y="4442"/>
                </a:lnTo>
                <a:lnTo>
                  <a:pt x="47268" y="3954"/>
                </a:lnTo>
                <a:lnTo>
                  <a:pt x="47102" y="4620"/>
                </a:lnTo>
                <a:lnTo>
                  <a:pt x="46637" y="3287"/>
                </a:lnTo>
                <a:lnTo>
                  <a:pt x="46506" y="4001"/>
                </a:lnTo>
                <a:lnTo>
                  <a:pt x="45935" y="4704"/>
                </a:lnTo>
                <a:lnTo>
                  <a:pt x="46030" y="3882"/>
                </a:lnTo>
                <a:lnTo>
                  <a:pt x="45506" y="5097"/>
                </a:lnTo>
                <a:lnTo>
                  <a:pt x="45518" y="4882"/>
                </a:lnTo>
                <a:lnTo>
                  <a:pt x="45459" y="4966"/>
                </a:lnTo>
                <a:lnTo>
                  <a:pt x="45447" y="4894"/>
                </a:lnTo>
                <a:lnTo>
                  <a:pt x="45625" y="4347"/>
                </a:lnTo>
                <a:lnTo>
                  <a:pt x="45375" y="4668"/>
                </a:lnTo>
                <a:lnTo>
                  <a:pt x="45256" y="4263"/>
                </a:lnTo>
                <a:lnTo>
                  <a:pt x="45340" y="3954"/>
                </a:lnTo>
                <a:lnTo>
                  <a:pt x="44982" y="4561"/>
                </a:lnTo>
                <a:lnTo>
                  <a:pt x="44566" y="3704"/>
                </a:lnTo>
                <a:lnTo>
                  <a:pt x="44494" y="4656"/>
                </a:lnTo>
                <a:lnTo>
                  <a:pt x="44328" y="4192"/>
                </a:lnTo>
                <a:lnTo>
                  <a:pt x="44268" y="4716"/>
                </a:lnTo>
                <a:lnTo>
                  <a:pt x="43792" y="4239"/>
                </a:lnTo>
                <a:lnTo>
                  <a:pt x="44078" y="3823"/>
                </a:lnTo>
                <a:lnTo>
                  <a:pt x="43411" y="4263"/>
                </a:lnTo>
                <a:lnTo>
                  <a:pt x="43304" y="4109"/>
                </a:lnTo>
                <a:lnTo>
                  <a:pt x="43292" y="4359"/>
                </a:lnTo>
                <a:lnTo>
                  <a:pt x="42958" y="4597"/>
                </a:lnTo>
                <a:lnTo>
                  <a:pt x="42923" y="4561"/>
                </a:lnTo>
                <a:lnTo>
                  <a:pt x="42994" y="4263"/>
                </a:lnTo>
                <a:lnTo>
                  <a:pt x="42744" y="4430"/>
                </a:lnTo>
                <a:lnTo>
                  <a:pt x="43054" y="3930"/>
                </a:lnTo>
                <a:lnTo>
                  <a:pt x="42637" y="4239"/>
                </a:lnTo>
                <a:lnTo>
                  <a:pt x="42327" y="4001"/>
                </a:lnTo>
                <a:lnTo>
                  <a:pt x="42042" y="4263"/>
                </a:lnTo>
                <a:lnTo>
                  <a:pt x="41696" y="4061"/>
                </a:lnTo>
                <a:lnTo>
                  <a:pt x="41291" y="4311"/>
                </a:lnTo>
                <a:lnTo>
                  <a:pt x="42208" y="3477"/>
                </a:lnTo>
                <a:lnTo>
                  <a:pt x="40601" y="4061"/>
                </a:lnTo>
                <a:lnTo>
                  <a:pt x="40970" y="2918"/>
                </a:lnTo>
                <a:lnTo>
                  <a:pt x="40125" y="4061"/>
                </a:lnTo>
                <a:lnTo>
                  <a:pt x="40077" y="2477"/>
                </a:lnTo>
                <a:lnTo>
                  <a:pt x="39589" y="3525"/>
                </a:lnTo>
                <a:lnTo>
                  <a:pt x="39327" y="3180"/>
                </a:lnTo>
                <a:lnTo>
                  <a:pt x="39494" y="3704"/>
                </a:lnTo>
                <a:lnTo>
                  <a:pt x="38898" y="2799"/>
                </a:lnTo>
                <a:lnTo>
                  <a:pt x="39089" y="4001"/>
                </a:lnTo>
                <a:lnTo>
                  <a:pt x="38470" y="3013"/>
                </a:lnTo>
                <a:lnTo>
                  <a:pt x="38601" y="4263"/>
                </a:lnTo>
                <a:lnTo>
                  <a:pt x="38243" y="3358"/>
                </a:lnTo>
                <a:lnTo>
                  <a:pt x="37946" y="3882"/>
                </a:lnTo>
                <a:lnTo>
                  <a:pt x="37922" y="3573"/>
                </a:lnTo>
                <a:lnTo>
                  <a:pt x="37720" y="3989"/>
                </a:lnTo>
                <a:lnTo>
                  <a:pt x="38065" y="2870"/>
                </a:lnTo>
                <a:lnTo>
                  <a:pt x="37220" y="4109"/>
                </a:lnTo>
                <a:lnTo>
                  <a:pt x="37124" y="3704"/>
                </a:lnTo>
                <a:lnTo>
                  <a:pt x="37089" y="4109"/>
                </a:lnTo>
                <a:lnTo>
                  <a:pt x="36969" y="3644"/>
                </a:lnTo>
                <a:lnTo>
                  <a:pt x="36803" y="4287"/>
                </a:lnTo>
                <a:lnTo>
                  <a:pt x="36350" y="2989"/>
                </a:lnTo>
                <a:lnTo>
                  <a:pt x="36231" y="3692"/>
                </a:lnTo>
                <a:lnTo>
                  <a:pt x="35684" y="4359"/>
                </a:lnTo>
                <a:lnTo>
                  <a:pt x="35779" y="3549"/>
                </a:lnTo>
                <a:lnTo>
                  <a:pt x="35374" y="4525"/>
                </a:lnTo>
                <a:lnTo>
                  <a:pt x="35398" y="3906"/>
                </a:lnTo>
                <a:lnTo>
                  <a:pt x="35088" y="4132"/>
                </a:lnTo>
                <a:lnTo>
                  <a:pt x="35017" y="3835"/>
                </a:lnTo>
                <a:lnTo>
                  <a:pt x="34981" y="4192"/>
                </a:lnTo>
                <a:lnTo>
                  <a:pt x="34922" y="4239"/>
                </a:lnTo>
                <a:lnTo>
                  <a:pt x="34886" y="4180"/>
                </a:lnTo>
                <a:lnTo>
                  <a:pt x="34862" y="4287"/>
                </a:lnTo>
                <a:lnTo>
                  <a:pt x="34803" y="4323"/>
                </a:lnTo>
                <a:lnTo>
                  <a:pt x="34374" y="3394"/>
                </a:lnTo>
                <a:lnTo>
                  <a:pt x="34291" y="4406"/>
                </a:lnTo>
                <a:lnTo>
                  <a:pt x="34195" y="4478"/>
                </a:lnTo>
                <a:lnTo>
                  <a:pt x="34088" y="4382"/>
                </a:lnTo>
                <a:lnTo>
                  <a:pt x="33945" y="3763"/>
                </a:lnTo>
                <a:lnTo>
                  <a:pt x="33874" y="4168"/>
                </a:lnTo>
                <a:lnTo>
                  <a:pt x="33576" y="3870"/>
                </a:lnTo>
                <a:lnTo>
                  <a:pt x="33755" y="4418"/>
                </a:lnTo>
                <a:lnTo>
                  <a:pt x="33183" y="3430"/>
                </a:lnTo>
                <a:lnTo>
                  <a:pt x="32778" y="3787"/>
                </a:lnTo>
                <a:lnTo>
                  <a:pt x="32636" y="3335"/>
                </a:lnTo>
                <a:lnTo>
                  <a:pt x="32457" y="3942"/>
                </a:lnTo>
                <a:lnTo>
                  <a:pt x="31921" y="3216"/>
                </a:lnTo>
                <a:lnTo>
                  <a:pt x="31445" y="3525"/>
                </a:lnTo>
                <a:lnTo>
                  <a:pt x="32231" y="2680"/>
                </a:lnTo>
                <a:lnTo>
                  <a:pt x="30731" y="3454"/>
                </a:lnTo>
                <a:lnTo>
                  <a:pt x="31016" y="2632"/>
                </a:lnTo>
                <a:lnTo>
                  <a:pt x="30552" y="3132"/>
                </a:lnTo>
                <a:lnTo>
                  <a:pt x="30540" y="2930"/>
                </a:lnTo>
                <a:lnTo>
                  <a:pt x="30397" y="3132"/>
                </a:lnTo>
                <a:lnTo>
                  <a:pt x="30504" y="2715"/>
                </a:lnTo>
                <a:lnTo>
                  <a:pt x="30195" y="3132"/>
                </a:lnTo>
                <a:lnTo>
                  <a:pt x="30385" y="1965"/>
                </a:lnTo>
                <a:lnTo>
                  <a:pt x="29385" y="2882"/>
                </a:lnTo>
                <a:lnTo>
                  <a:pt x="30159" y="2049"/>
                </a:lnTo>
                <a:lnTo>
                  <a:pt x="28540" y="2704"/>
                </a:lnTo>
                <a:lnTo>
                  <a:pt x="28635" y="2454"/>
                </a:lnTo>
                <a:lnTo>
                  <a:pt x="28302" y="2585"/>
                </a:lnTo>
                <a:lnTo>
                  <a:pt x="28885" y="1811"/>
                </a:lnTo>
                <a:lnTo>
                  <a:pt x="27718" y="2656"/>
                </a:lnTo>
                <a:lnTo>
                  <a:pt x="27587" y="2037"/>
                </a:lnTo>
                <a:lnTo>
                  <a:pt x="27409" y="2346"/>
                </a:lnTo>
                <a:lnTo>
                  <a:pt x="27349" y="2204"/>
                </a:lnTo>
                <a:lnTo>
                  <a:pt x="27385" y="2465"/>
                </a:lnTo>
                <a:lnTo>
                  <a:pt x="26813" y="1453"/>
                </a:lnTo>
                <a:lnTo>
                  <a:pt x="26492" y="2835"/>
                </a:lnTo>
                <a:lnTo>
                  <a:pt x="26468" y="2596"/>
                </a:lnTo>
                <a:lnTo>
                  <a:pt x="26313" y="2835"/>
                </a:lnTo>
                <a:lnTo>
                  <a:pt x="26623" y="2275"/>
                </a:lnTo>
                <a:lnTo>
                  <a:pt x="25659" y="3132"/>
                </a:lnTo>
                <a:lnTo>
                  <a:pt x="26290" y="2037"/>
                </a:lnTo>
                <a:lnTo>
                  <a:pt x="25135" y="3287"/>
                </a:lnTo>
                <a:lnTo>
                  <a:pt x="25063" y="2573"/>
                </a:lnTo>
                <a:lnTo>
                  <a:pt x="24837" y="2977"/>
                </a:lnTo>
                <a:lnTo>
                  <a:pt x="24730" y="2775"/>
                </a:lnTo>
                <a:lnTo>
                  <a:pt x="24766" y="3192"/>
                </a:lnTo>
                <a:lnTo>
                  <a:pt x="24230" y="2287"/>
                </a:lnTo>
                <a:lnTo>
                  <a:pt x="24146" y="3525"/>
                </a:lnTo>
                <a:lnTo>
                  <a:pt x="23885" y="2775"/>
                </a:lnTo>
                <a:lnTo>
                  <a:pt x="23408" y="3632"/>
                </a:lnTo>
                <a:lnTo>
                  <a:pt x="23349" y="3608"/>
                </a:lnTo>
                <a:lnTo>
                  <a:pt x="23337" y="2942"/>
                </a:lnTo>
                <a:lnTo>
                  <a:pt x="22992" y="3239"/>
                </a:lnTo>
                <a:lnTo>
                  <a:pt x="23003" y="3096"/>
                </a:lnTo>
                <a:lnTo>
                  <a:pt x="22813" y="3251"/>
                </a:lnTo>
                <a:lnTo>
                  <a:pt x="23456" y="2477"/>
                </a:lnTo>
                <a:lnTo>
                  <a:pt x="22456" y="3275"/>
                </a:lnTo>
                <a:lnTo>
                  <a:pt x="22289" y="3216"/>
                </a:lnTo>
                <a:lnTo>
                  <a:pt x="23420" y="2501"/>
                </a:lnTo>
                <a:lnTo>
                  <a:pt x="22682" y="2620"/>
                </a:lnTo>
                <a:lnTo>
                  <a:pt x="22349" y="2835"/>
                </a:lnTo>
                <a:lnTo>
                  <a:pt x="22753" y="1680"/>
                </a:lnTo>
                <a:lnTo>
                  <a:pt x="21765" y="2930"/>
                </a:lnTo>
                <a:lnTo>
                  <a:pt x="21503" y="977"/>
                </a:lnTo>
                <a:lnTo>
                  <a:pt x="21396" y="2656"/>
                </a:lnTo>
                <a:lnTo>
                  <a:pt x="21134" y="1263"/>
                </a:lnTo>
                <a:lnTo>
                  <a:pt x="21098" y="2037"/>
                </a:lnTo>
                <a:lnTo>
                  <a:pt x="21051" y="1703"/>
                </a:lnTo>
                <a:lnTo>
                  <a:pt x="20979" y="1918"/>
                </a:lnTo>
                <a:lnTo>
                  <a:pt x="21098" y="656"/>
                </a:lnTo>
                <a:lnTo>
                  <a:pt x="20003" y="2037"/>
                </a:lnTo>
                <a:lnTo>
                  <a:pt x="20039" y="691"/>
                </a:lnTo>
                <a:lnTo>
                  <a:pt x="19586" y="1680"/>
                </a:lnTo>
                <a:lnTo>
                  <a:pt x="19051" y="418"/>
                </a:lnTo>
                <a:lnTo>
                  <a:pt x="19205" y="1644"/>
                </a:lnTo>
                <a:lnTo>
                  <a:pt x="18705" y="811"/>
                </a:lnTo>
                <a:lnTo>
                  <a:pt x="18848" y="1608"/>
                </a:lnTo>
                <a:lnTo>
                  <a:pt x="18729" y="1382"/>
                </a:lnTo>
                <a:lnTo>
                  <a:pt x="18705" y="1858"/>
                </a:lnTo>
                <a:lnTo>
                  <a:pt x="16348" y="668"/>
                </a:lnTo>
                <a:lnTo>
                  <a:pt x="16729" y="1584"/>
                </a:lnTo>
                <a:lnTo>
                  <a:pt x="16324" y="965"/>
                </a:lnTo>
                <a:lnTo>
                  <a:pt x="16336" y="1668"/>
                </a:lnTo>
                <a:lnTo>
                  <a:pt x="16134" y="1025"/>
                </a:lnTo>
                <a:lnTo>
                  <a:pt x="16026" y="1727"/>
                </a:lnTo>
                <a:lnTo>
                  <a:pt x="16217" y="263"/>
                </a:lnTo>
                <a:lnTo>
                  <a:pt x="15372" y="1561"/>
                </a:lnTo>
                <a:lnTo>
                  <a:pt x="15264" y="1144"/>
                </a:lnTo>
                <a:lnTo>
                  <a:pt x="15014" y="1644"/>
                </a:lnTo>
                <a:lnTo>
                  <a:pt x="14907" y="1501"/>
                </a:lnTo>
                <a:lnTo>
                  <a:pt x="14776" y="1787"/>
                </a:lnTo>
                <a:lnTo>
                  <a:pt x="13776" y="834"/>
                </a:lnTo>
                <a:lnTo>
                  <a:pt x="14181" y="1858"/>
                </a:lnTo>
                <a:lnTo>
                  <a:pt x="13169" y="1287"/>
                </a:lnTo>
                <a:lnTo>
                  <a:pt x="13574" y="1942"/>
                </a:lnTo>
                <a:lnTo>
                  <a:pt x="13133" y="1608"/>
                </a:lnTo>
                <a:lnTo>
                  <a:pt x="13181" y="2049"/>
                </a:lnTo>
                <a:lnTo>
                  <a:pt x="12478" y="1072"/>
                </a:lnTo>
                <a:lnTo>
                  <a:pt x="12002" y="2287"/>
                </a:lnTo>
                <a:lnTo>
                  <a:pt x="11740" y="1620"/>
                </a:lnTo>
                <a:lnTo>
                  <a:pt x="11383" y="2335"/>
                </a:lnTo>
                <a:lnTo>
                  <a:pt x="11371" y="1430"/>
                </a:lnTo>
                <a:lnTo>
                  <a:pt x="11073" y="2001"/>
                </a:lnTo>
                <a:lnTo>
                  <a:pt x="11050" y="1620"/>
                </a:lnTo>
                <a:lnTo>
                  <a:pt x="10776" y="1692"/>
                </a:lnTo>
                <a:lnTo>
                  <a:pt x="10633" y="1465"/>
                </a:lnTo>
                <a:lnTo>
                  <a:pt x="10597" y="549"/>
                </a:lnTo>
                <a:lnTo>
                  <a:pt x="9883" y="1680"/>
                </a:lnTo>
                <a:lnTo>
                  <a:pt x="8728" y="477"/>
                </a:lnTo>
                <a:lnTo>
                  <a:pt x="9180" y="1513"/>
                </a:lnTo>
                <a:lnTo>
                  <a:pt x="8490" y="930"/>
                </a:lnTo>
                <a:lnTo>
                  <a:pt x="8847" y="1584"/>
                </a:lnTo>
                <a:lnTo>
                  <a:pt x="8466" y="1311"/>
                </a:lnTo>
                <a:lnTo>
                  <a:pt x="8514" y="1430"/>
                </a:lnTo>
                <a:lnTo>
                  <a:pt x="7001" y="1072"/>
                </a:lnTo>
                <a:lnTo>
                  <a:pt x="7966" y="1644"/>
                </a:lnTo>
                <a:lnTo>
                  <a:pt x="7597" y="1608"/>
                </a:lnTo>
                <a:lnTo>
                  <a:pt x="7597" y="1584"/>
                </a:lnTo>
                <a:lnTo>
                  <a:pt x="7597" y="1608"/>
                </a:lnTo>
                <a:lnTo>
                  <a:pt x="6847" y="1525"/>
                </a:lnTo>
                <a:lnTo>
                  <a:pt x="6740" y="1453"/>
                </a:lnTo>
                <a:lnTo>
                  <a:pt x="6882" y="1382"/>
                </a:lnTo>
                <a:lnTo>
                  <a:pt x="6680" y="1406"/>
                </a:lnTo>
                <a:lnTo>
                  <a:pt x="6466" y="1263"/>
                </a:lnTo>
                <a:lnTo>
                  <a:pt x="6501" y="1442"/>
                </a:lnTo>
                <a:lnTo>
                  <a:pt x="6287" y="1465"/>
                </a:lnTo>
                <a:lnTo>
                  <a:pt x="6180" y="1275"/>
                </a:lnTo>
                <a:lnTo>
                  <a:pt x="6216" y="1465"/>
                </a:lnTo>
                <a:lnTo>
                  <a:pt x="6132" y="1489"/>
                </a:lnTo>
                <a:lnTo>
                  <a:pt x="6025" y="1227"/>
                </a:lnTo>
                <a:lnTo>
                  <a:pt x="6013" y="1501"/>
                </a:lnTo>
                <a:lnTo>
                  <a:pt x="5680" y="1549"/>
                </a:lnTo>
                <a:lnTo>
                  <a:pt x="5727" y="1442"/>
                </a:lnTo>
                <a:lnTo>
                  <a:pt x="5382" y="1632"/>
                </a:lnTo>
                <a:lnTo>
                  <a:pt x="5787" y="1168"/>
                </a:lnTo>
                <a:lnTo>
                  <a:pt x="5144" y="1549"/>
                </a:lnTo>
                <a:lnTo>
                  <a:pt x="5692" y="787"/>
                </a:lnTo>
                <a:lnTo>
                  <a:pt x="4596" y="1620"/>
                </a:lnTo>
                <a:lnTo>
                  <a:pt x="4287" y="715"/>
                </a:lnTo>
                <a:lnTo>
                  <a:pt x="4073" y="1394"/>
                </a:lnTo>
                <a:lnTo>
                  <a:pt x="3930" y="1561"/>
                </a:lnTo>
                <a:lnTo>
                  <a:pt x="3727" y="1489"/>
                </a:lnTo>
                <a:lnTo>
                  <a:pt x="3644" y="1763"/>
                </a:lnTo>
                <a:lnTo>
                  <a:pt x="3537" y="1311"/>
                </a:lnTo>
                <a:lnTo>
                  <a:pt x="3346" y="1989"/>
                </a:lnTo>
                <a:lnTo>
                  <a:pt x="3227" y="1430"/>
                </a:lnTo>
                <a:lnTo>
                  <a:pt x="2894" y="1906"/>
                </a:lnTo>
                <a:lnTo>
                  <a:pt x="2799" y="953"/>
                </a:lnTo>
                <a:lnTo>
                  <a:pt x="2084" y="1632"/>
                </a:lnTo>
                <a:lnTo>
                  <a:pt x="2215" y="1311"/>
                </a:lnTo>
                <a:lnTo>
                  <a:pt x="1810" y="1513"/>
                </a:lnTo>
                <a:lnTo>
                  <a:pt x="2239" y="1049"/>
                </a:lnTo>
                <a:lnTo>
                  <a:pt x="1394" y="1406"/>
                </a:lnTo>
                <a:lnTo>
                  <a:pt x="1882" y="668"/>
                </a:lnTo>
                <a:lnTo>
                  <a:pt x="977" y="1287"/>
                </a:lnTo>
                <a:lnTo>
                  <a:pt x="929" y="1084"/>
                </a:lnTo>
                <a:lnTo>
                  <a:pt x="822" y="1192"/>
                </a:lnTo>
                <a:lnTo>
                  <a:pt x="751" y="799"/>
                </a:lnTo>
                <a:lnTo>
                  <a:pt x="596" y="1084"/>
                </a:lnTo>
                <a:lnTo>
                  <a:pt x="227" y="72"/>
                </a:lnTo>
                <a:lnTo>
                  <a:pt x="84" y="1168"/>
                </a:lnTo>
                <a:lnTo>
                  <a:pt x="143" y="632"/>
                </a:lnTo>
                <a:lnTo>
                  <a:pt x="1" y="906"/>
                </a:lnTo>
                <a:lnTo>
                  <a:pt x="1" y="1918"/>
                </a:lnTo>
                <a:lnTo>
                  <a:pt x="1" y="2239"/>
                </a:lnTo>
                <a:lnTo>
                  <a:pt x="1" y="6680"/>
                </a:lnTo>
                <a:lnTo>
                  <a:pt x="124266" y="6942"/>
                </a:lnTo>
                <a:lnTo>
                  <a:pt x="124266" y="4049"/>
                </a:lnTo>
                <a:lnTo>
                  <a:pt x="124266" y="3692"/>
                </a:lnTo>
                <a:lnTo>
                  <a:pt x="124266" y="156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object 2">
            <a:extLst>
              <a:ext uri="{FF2B5EF4-FFF2-40B4-BE49-F238E27FC236}">
                <a16:creationId xmlns:a16="http://schemas.microsoft.com/office/drawing/2014/main" id="{6325D45B-C3FD-B518-1DA9-202EF21E4392}"/>
              </a:ext>
            </a:extLst>
          </p:cNvPr>
          <p:cNvSpPr txBox="1"/>
          <p:nvPr/>
        </p:nvSpPr>
        <p:spPr>
          <a:xfrm>
            <a:off x="11881104" y="5996940"/>
            <a:ext cx="310896" cy="234950"/>
          </a:xfrm>
          <a:prstGeom prst="rect">
            <a:avLst/>
          </a:prstGeom>
          <a:solidFill>
            <a:srgbClr val="D9F0FF"/>
          </a:solidFill>
        </p:spPr>
        <p:txBody>
          <a:bodyPr vert="horz" wrap="square" lIns="0" tIns="0" rIns="0" bIns="0" rtlCol="0">
            <a:spAutoFit/>
          </a:bodyPr>
          <a:lstStyle/>
          <a:p>
            <a:pPr marL="55880">
              <a:lnSpc>
                <a:spcPts val="1835"/>
              </a:lnSpc>
            </a:pPr>
            <a:endParaRPr sz="1600" dirty="0">
              <a:latin typeface="Calibri"/>
              <a:cs typeface="Calibri"/>
            </a:endParaRPr>
          </a:p>
        </p:txBody>
      </p:sp>
      <p:sp>
        <p:nvSpPr>
          <p:cNvPr id="10" name="Holder 6">
            <a:extLst>
              <a:ext uri="{FF2B5EF4-FFF2-40B4-BE49-F238E27FC236}">
                <a16:creationId xmlns:a16="http://schemas.microsoft.com/office/drawing/2014/main" id="{9F5BB0B5-F354-BE36-D337-1DC6904C0B30}"/>
              </a:ext>
            </a:extLst>
          </p:cNvPr>
          <p:cNvSpPr txBox="1">
            <a:spLocks/>
          </p:cNvSpPr>
          <p:nvPr/>
        </p:nvSpPr>
        <p:spPr>
          <a:xfrm>
            <a:off x="11880850" y="6006693"/>
            <a:ext cx="311150" cy="215444"/>
          </a:xfrm>
          <a:prstGeom prst="rect">
            <a:avLst/>
          </a:prstGeom>
        </p:spPr>
        <p:txBody>
          <a:bodyPr wrap="square" lIns="0" tIns="0" rIns="0" bIns="0">
            <a:spAutoFit/>
          </a:bodyPr>
          <a:lstStyle>
            <a:defPPr>
              <a:defRPr lang="en-US"/>
            </a:defPPr>
            <a:lvl1pPr marL="0" algn="ctr" defTabSz="914400" rtl="0" eaLnBrk="1" latinLnBrk="0" hangingPunct="1">
              <a:defRPr sz="1400" b="0" i="0" kern="1200">
                <a:solidFill>
                  <a:schemeClr val="tx1">
                    <a:tint val="75000"/>
                  </a:schemeClr>
                </a:solidFill>
                <a:latin typeface="Trebuchet MS" panose="020B0703020202090204" pitchFamily="34" charset="0"/>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altLang="zh-TW" smtClean="0"/>
              <a:pPr/>
              <a:t>5</a:t>
            </a:fld>
            <a:endParaRPr lang="zh-TW" altLang="en-US" dirty="0"/>
          </a:p>
        </p:txBody>
      </p:sp>
      <p:sp>
        <p:nvSpPr>
          <p:cNvPr id="18" name="文字方塊 17">
            <a:extLst>
              <a:ext uri="{FF2B5EF4-FFF2-40B4-BE49-F238E27FC236}">
                <a16:creationId xmlns:a16="http://schemas.microsoft.com/office/drawing/2014/main" id="{D0418504-FE97-A339-4E76-2DA751174599}"/>
              </a:ext>
            </a:extLst>
          </p:cNvPr>
          <p:cNvSpPr txBox="1"/>
          <p:nvPr/>
        </p:nvSpPr>
        <p:spPr>
          <a:xfrm>
            <a:off x="439433" y="3503630"/>
            <a:ext cx="3765614" cy="1139992"/>
          </a:xfrm>
          <a:prstGeom prst="rect">
            <a:avLst/>
          </a:prstGeom>
          <a:noFill/>
        </p:spPr>
        <p:txBody>
          <a:bodyPr wrap="square">
            <a:spAutoFit/>
          </a:bodyPr>
          <a:lstStyle/>
          <a:p>
            <a:pPr>
              <a:lnSpc>
                <a:spcPct val="120000"/>
              </a:lnSpc>
            </a:pPr>
            <a:r>
              <a:rPr lang="zh-TW" altLang="en-US" sz="1600" b="1" dirty="0">
                <a:solidFill>
                  <a:schemeClr val="tx2"/>
                </a:solidFill>
                <a:latin typeface="Microsoft JhengHei" panose="020B0604030504040204" pitchFamily="34" charset="-120"/>
                <a:ea typeface="Microsoft JhengHei" panose="020B0604030504040204" pitchFamily="34" charset="-120"/>
              </a:rPr>
              <a:t>持續輪調，深化專業能力</a:t>
            </a:r>
            <a:endParaRPr lang="en-US" altLang="zh-TW" sz="1600" b="1" dirty="0">
              <a:solidFill>
                <a:schemeClr val="tx2"/>
              </a:solidFill>
              <a:latin typeface="Microsoft JhengHei" panose="020B0604030504040204" pitchFamily="34" charset="-120"/>
              <a:ea typeface="Microsoft JhengHei" panose="020B0604030504040204" pitchFamily="34" charset="-120"/>
            </a:endParaRPr>
          </a:p>
          <a:p>
            <a:pPr marL="319088" indent="-179388">
              <a:lnSpc>
                <a:spcPct val="120000"/>
              </a:lnSpc>
              <a:buFont typeface="Arial" panose="020B0604020202020204" pitchFamily="34" charset="0"/>
              <a:buChar char="•"/>
            </a:pPr>
            <a:r>
              <a:rPr lang="zh-TW" altLang="en-US" sz="1400" dirty="0">
                <a:latin typeface="Microsoft JhengHei" panose="020B0604030504040204" pitchFamily="34" charset="-120"/>
                <a:ea typeface="Microsoft JhengHei" panose="020B0604030504040204" pitchFamily="34" charset="-120"/>
              </a:rPr>
              <a:t>在不同場域累積更完整的業務理解</a:t>
            </a:r>
            <a:endParaRPr lang="en-US" altLang="zh-TW" sz="1400" dirty="0">
              <a:latin typeface="Microsoft JhengHei" panose="020B0604030504040204" pitchFamily="34" charset="-120"/>
              <a:ea typeface="Microsoft JhengHei" panose="020B0604030504040204" pitchFamily="34" charset="-120"/>
            </a:endParaRPr>
          </a:p>
          <a:p>
            <a:pPr marL="319088" indent="-179388">
              <a:lnSpc>
                <a:spcPct val="120000"/>
              </a:lnSpc>
              <a:buFont typeface="Arial" panose="020B0604020202020204" pitchFamily="34" charset="0"/>
              <a:buChar char="•"/>
            </a:pPr>
            <a:r>
              <a:rPr lang="zh-TW" altLang="en-US" sz="1400" dirty="0">
                <a:latin typeface="Microsoft JhengHei" panose="020B0604030504040204" pitchFamily="34" charset="-120"/>
                <a:ea typeface="Microsoft JhengHei" panose="020B0604030504040204" pitchFamily="34" charset="-120"/>
              </a:rPr>
              <a:t>建立跨領域之第二能力曲線</a:t>
            </a:r>
            <a:endParaRPr lang="en-US" altLang="zh-TW" sz="1400" dirty="0">
              <a:latin typeface="Microsoft JhengHei" panose="020B0604030504040204" pitchFamily="34" charset="-120"/>
              <a:ea typeface="Microsoft JhengHei" panose="020B0604030504040204" pitchFamily="34" charset="-120"/>
            </a:endParaRPr>
          </a:p>
          <a:p>
            <a:pPr marL="319088" indent="-179388">
              <a:lnSpc>
                <a:spcPct val="120000"/>
              </a:lnSpc>
              <a:buFont typeface="Arial" panose="020B0604020202020204" pitchFamily="34" charset="0"/>
              <a:buChar char="•"/>
            </a:pPr>
            <a:r>
              <a:rPr lang="zh-TW" altLang="en-US" sz="1400" dirty="0">
                <a:latin typeface="Microsoft JhengHei" panose="020B0604030504040204" pitchFamily="34" charset="-120"/>
                <a:ea typeface="Microsoft JhengHei" panose="020B0604030504040204" pitchFamily="34" charset="-120"/>
              </a:rPr>
              <a:t>從單點專業走向跨領域整合與集團視角</a:t>
            </a:r>
          </a:p>
        </p:txBody>
      </p:sp>
      <p:sp>
        <p:nvSpPr>
          <p:cNvPr id="19" name="文字方塊 18">
            <a:extLst>
              <a:ext uri="{FF2B5EF4-FFF2-40B4-BE49-F238E27FC236}">
                <a16:creationId xmlns:a16="http://schemas.microsoft.com/office/drawing/2014/main" id="{0148F493-5B09-FC19-B93F-191AF2955D68}"/>
              </a:ext>
            </a:extLst>
          </p:cNvPr>
          <p:cNvSpPr txBox="1"/>
          <p:nvPr/>
        </p:nvSpPr>
        <p:spPr>
          <a:xfrm>
            <a:off x="3885604" y="2208773"/>
            <a:ext cx="3765614" cy="1139992"/>
          </a:xfrm>
          <a:prstGeom prst="rect">
            <a:avLst/>
          </a:prstGeom>
          <a:noFill/>
        </p:spPr>
        <p:txBody>
          <a:bodyPr wrap="square">
            <a:spAutoFit/>
          </a:bodyPr>
          <a:lstStyle/>
          <a:p>
            <a:pPr>
              <a:lnSpc>
                <a:spcPct val="120000"/>
              </a:lnSpc>
            </a:pPr>
            <a:r>
              <a:rPr lang="zh-TW" altLang="en-US" sz="1600" b="1" dirty="0">
                <a:solidFill>
                  <a:schemeClr val="tx2"/>
                </a:solidFill>
                <a:latin typeface="Microsoft JhengHei" panose="020B0604030504040204" pitchFamily="34" charset="-120"/>
                <a:ea typeface="Microsoft JhengHei" panose="020B0604030504040204" pitchFamily="34" charset="-120"/>
              </a:rPr>
              <a:t>正式定崗，承擔業務成果</a:t>
            </a:r>
            <a:endParaRPr lang="en-US" altLang="zh-TW" sz="1600" b="1" dirty="0">
              <a:latin typeface="Microsoft JhengHei" panose="020B0604030504040204" pitchFamily="34" charset="-120"/>
              <a:ea typeface="Microsoft JhengHei" panose="020B0604030504040204" pitchFamily="34" charset="-120"/>
            </a:endParaRPr>
          </a:p>
          <a:p>
            <a:pPr marL="319088" indent="-179388">
              <a:lnSpc>
                <a:spcPct val="120000"/>
              </a:lnSpc>
              <a:buFont typeface="Arial" panose="020B0604020202020204" pitchFamily="34" charset="0"/>
              <a:buChar char="•"/>
            </a:pPr>
            <a:r>
              <a:rPr lang="zh-TW" altLang="en-US" sz="1400" dirty="0">
                <a:latin typeface="Microsoft JhengHei" panose="020B0604030504040204" pitchFamily="34" charset="-120"/>
                <a:ea typeface="Microsoft JhengHei" panose="020B0604030504040204" pitchFamily="34" charset="-120"/>
              </a:rPr>
              <a:t>從參與專案走向對成果負責</a:t>
            </a:r>
          </a:p>
          <a:p>
            <a:pPr marL="319088" indent="-179388">
              <a:lnSpc>
                <a:spcPct val="120000"/>
              </a:lnSpc>
              <a:buFont typeface="Arial" panose="020B0604020202020204" pitchFamily="34" charset="0"/>
              <a:buChar char="•"/>
            </a:pPr>
            <a:r>
              <a:rPr lang="zh-TW" altLang="en-US" sz="1400" dirty="0">
                <a:latin typeface="Microsoft JhengHei" panose="020B0604030504040204" pitchFamily="34" charset="-120"/>
                <a:ea typeface="Microsoft JhengHei" panose="020B0604030504040204" pitchFamily="34" charset="-120"/>
              </a:rPr>
              <a:t>將跨域歷練帶回崗位，創造實際價值</a:t>
            </a:r>
          </a:p>
          <a:p>
            <a:pPr marL="319088" indent="-179388">
              <a:lnSpc>
                <a:spcPct val="120000"/>
              </a:lnSpc>
              <a:buFont typeface="Arial" panose="020B0604020202020204" pitchFamily="34" charset="0"/>
              <a:buChar char="•"/>
            </a:pPr>
            <a:r>
              <a:rPr lang="zh-TW" altLang="en-US" sz="1400" dirty="0">
                <a:latin typeface="Microsoft JhengHei" panose="020B0604030504040204" pitchFamily="34" charset="-120"/>
                <a:ea typeface="Microsoft JhengHei" panose="020B0604030504040204" pitchFamily="34" charset="-120"/>
              </a:rPr>
              <a:t>開始成為能帶專案、帶協作、帶結果的人</a:t>
            </a:r>
            <a:endParaRPr lang="en-US" altLang="zh-TW" sz="1400" dirty="0">
              <a:latin typeface="Microsoft JhengHei" panose="020B0604030504040204" pitchFamily="34" charset="-120"/>
              <a:ea typeface="Microsoft JhengHei" panose="020B0604030504040204" pitchFamily="34" charset="-120"/>
            </a:endParaRPr>
          </a:p>
        </p:txBody>
      </p:sp>
      <p:pic>
        <p:nvPicPr>
          <p:cNvPr id="20" name="object 9">
            <a:extLst>
              <a:ext uri="{FF2B5EF4-FFF2-40B4-BE49-F238E27FC236}">
                <a16:creationId xmlns:a16="http://schemas.microsoft.com/office/drawing/2014/main" id="{E8D0F3B1-3FC8-80A8-05BB-ECD56C4B48C2}"/>
              </a:ext>
            </a:extLst>
          </p:cNvPr>
          <p:cNvPicPr/>
          <p:nvPr/>
        </p:nvPicPr>
        <p:blipFill>
          <a:blip r:embed="rId6" cstate="print"/>
          <a:stretch>
            <a:fillRect/>
          </a:stretch>
        </p:blipFill>
        <p:spPr>
          <a:xfrm>
            <a:off x="1649039" y="5254885"/>
            <a:ext cx="619253" cy="1057135"/>
          </a:xfrm>
          <a:prstGeom prst="rect">
            <a:avLst/>
          </a:prstGeom>
        </p:spPr>
      </p:pic>
      <p:pic>
        <p:nvPicPr>
          <p:cNvPr id="21" name="object 10">
            <a:extLst>
              <a:ext uri="{FF2B5EF4-FFF2-40B4-BE49-F238E27FC236}">
                <a16:creationId xmlns:a16="http://schemas.microsoft.com/office/drawing/2014/main" id="{5894A12D-2B95-77E5-CB5E-D9E90CB446A0}"/>
              </a:ext>
            </a:extLst>
          </p:cNvPr>
          <p:cNvPicPr/>
          <p:nvPr/>
        </p:nvPicPr>
        <p:blipFill>
          <a:blip r:embed="rId7" cstate="print"/>
          <a:stretch>
            <a:fillRect/>
          </a:stretch>
        </p:blipFill>
        <p:spPr>
          <a:xfrm>
            <a:off x="5605474" y="3761224"/>
            <a:ext cx="674613" cy="871139"/>
          </a:xfrm>
          <a:prstGeom prst="rect">
            <a:avLst/>
          </a:prstGeom>
        </p:spPr>
      </p:pic>
      <p:pic>
        <p:nvPicPr>
          <p:cNvPr id="28" name="圖片 27">
            <a:extLst>
              <a:ext uri="{FF2B5EF4-FFF2-40B4-BE49-F238E27FC236}">
                <a16:creationId xmlns:a16="http://schemas.microsoft.com/office/drawing/2014/main" id="{1991B18C-DAD3-7CBD-3D02-50F0DFBEB4D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53060" y1="46973" x2="47135" y2="52246"/>
                        <a14:foregroundMark x1="47135" y1="52246" x2="54622" y2="57520"/>
                        <a14:foregroundMark x1="54622" y1="57520" x2="61263" y2="48438"/>
                        <a14:foregroundMark x1="61263" y1="48438" x2="53646" y2="45313"/>
                        <a14:foregroundMark x1="53646" y1="45313" x2="49414" y2="46973"/>
                        <a14:foregroundMark x1="53190" y1="42188" x2="52474" y2="51758"/>
                        <a14:foregroundMark x1="52474" y1="51758" x2="58659" y2="52441"/>
                        <a14:foregroundMark x1="58659" y1="52441" x2="56706" y2="44922"/>
                      </a14:backgroundRemoval>
                    </a14:imgEffect>
                  </a14:imgLayer>
                </a14:imgProps>
              </a:ext>
            </a:extLst>
          </a:blip>
          <a:stretch>
            <a:fillRect/>
          </a:stretch>
        </p:blipFill>
        <p:spPr>
          <a:xfrm>
            <a:off x="11106193" y="1632813"/>
            <a:ext cx="1217257" cy="811504"/>
          </a:xfrm>
          <a:prstGeom prst="rect">
            <a:avLst/>
          </a:prstGeom>
        </p:spPr>
      </p:pic>
      <p:grpSp>
        <p:nvGrpSpPr>
          <p:cNvPr id="32" name="群組 31">
            <a:extLst>
              <a:ext uri="{FF2B5EF4-FFF2-40B4-BE49-F238E27FC236}">
                <a16:creationId xmlns:a16="http://schemas.microsoft.com/office/drawing/2014/main" id="{F8ABCBD8-776A-BA71-1FFB-C89F87450D95}"/>
              </a:ext>
            </a:extLst>
          </p:cNvPr>
          <p:cNvGrpSpPr/>
          <p:nvPr/>
        </p:nvGrpSpPr>
        <p:grpSpPr>
          <a:xfrm>
            <a:off x="7224384" y="3757571"/>
            <a:ext cx="560608" cy="748617"/>
            <a:chOff x="8556254" y="2902225"/>
            <a:chExt cx="560608" cy="748617"/>
          </a:xfrm>
        </p:grpSpPr>
        <p:sp>
          <p:nvSpPr>
            <p:cNvPr id="25" name="object 21">
              <a:extLst>
                <a:ext uri="{FF2B5EF4-FFF2-40B4-BE49-F238E27FC236}">
                  <a16:creationId xmlns:a16="http://schemas.microsoft.com/office/drawing/2014/main" id="{AE030A49-3969-56A5-A9FC-8F99F74649B9}"/>
                </a:ext>
              </a:extLst>
            </p:cNvPr>
            <p:cNvSpPr/>
            <p:nvPr/>
          </p:nvSpPr>
          <p:spPr>
            <a:xfrm>
              <a:off x="8556254" y="2902225"/>
              <a:ext cx="560608" cy="748617"/>
            </a:xfrm>
            <a:custGeom>
              <a:avLst/>
              <a:gdLst/>
              <a:ahLst/>
              <a:cxnLst/>
              <a:rect l="l" t="t" r="r" b="b"/>
              <a:pathLst>
                <a:path w="1059814" h="878839">
                  <a:moveTo>
                    <a:pt x="1059688" y="68072"/>
                  </a:moveTo>
                  <a:lnTo>
                    <a:pt x="1054354" y="41579"/>
                  </a:lnTo>
                  <a:lnTo>
                    <a:pt x="1039812" y="19939"/>
                  </a:lnTo>
                  <a:lnTo>
                    <a:pt x="1018209" y="5359"/>
                  </a:lnTo>
                  <a:lnTo>
                    <a:pt x="991743" y="0"/>
                  </a:lnTo>
                  <a:lnTo>
                    <a:pt x="68072" y="0"/>
                  </a:lnTo>
                  <a:lnTo>
                    <a:pt x="41567" y="5359"/>
                  </a:lnTo>
                  <a:lnTo>
                    <a:pt x="19939" y="19939"/>
                  </a:lnTo>
                  <a:lnTo>
                    <a:pt x="5346" y="41579"/>
                  </a:lnTo>
                  <a:lnTo>
                    <a:pt x="0" y="68072"/>
                  </a:lnTo>
                  <a:lnTo>
                    <a:pt x="0" y="340233"/>
                  </a:lnTo>
                  <a:lnTo>
                    <a:pt x="5346" y="366737"/>
                  </a:lnTo>
                  <a:lnTo>
                    <a:pt x="19939" y="388366"/>
                  </a:lnTo>
                  <a:lnTo>
                    <a:pt x="41567" y="402958"/>
                  </a:lnTo>
                  <a:lnTo>
                    <a:pt x="68072" y="408305"/>
                  </a:lnTo>
                  <a:lnTo>
                    <a:pt x="520319" y="408305"/>
                  </a:lnTo>
                  <a:lnTo>
                    <a:pt x="520319" y="804075"/>
                  </a:lnTo>
                  <a:lnTo>
                    <a:pt x="515048" y="805141"/>
                  </a:lnTo>
                  <a:lnTo>
                    <a:pt x="502932" y="813333"/>
                  </a:lnTo>
                  <a:lnTo>
                    <a:pt x="494741" y="825449"/>
                  </a:lnTo>
                  <a:lnTo>
                    <a:pt x="491744" y="840232"/>
                  </a:lnTo>
                  <a:lnTo>
                    <a:pt x="494741" y="855091"/>
                  </a:lnTo>
                  <a:lnTo>
                    <a:pt x="502932" y="867194"/>
                  </a:lnTo>
                  <a:lnTo>
                    <a:pt x="515048" y="875347"/>
                  </a:lnTo>
                  <a:lnTo>
                    <a:pt x="529844" y="878332"/>
                  </a:lnTo>
                  <a:lnTo>
                    <a:pt x="544690" y="875347"/>
                  </a:lnTo>
                  <a:lnTo>
                    <a:pt x="556793" y="867194"/>
                  </a:lnTo>
                  <a:lnTo>
                    <a:pt x="564946" y="855091"/>
                  </a:lnTo>
                  <a:lnTo>
                    <a:pt x="567944" y="840232"/>
                  </a:lnTo>
                  <a:lnTo>
                    <a:pt x="564946" y="825449"/>
                  </a:lnTo>
                  <a:lnTo>
                    <a:pt x="556793" y="813333"/>
                  </a:lnTo>
                  <a:lnTo>
                    <a:pt x="544690" y="805141"/>
                  </a:lnTo>
                  <a:lnTo>
                    <a:pt x="539394" y="804075"/>
                  </a:lnTo>
                  <a:lnTo>
                    <a:pt x="539369" y="840232"/>
                  </a:lnTo>
                  <a:lnTo>
                    <a:pt x="539369" y="804075"/>
                  </a:lnTo>
                  <a:lnTo>
                    <a:pt x="539369" y="802132"/>
                  </a:lnTo>
                  <a:lnTo>
                    <a:pt x="539369" y="408305"/>
                  </a:lnTo>
                  <a:lnTo>
                    <a:pt x="991743" y="408305"/>
                  </a:lnTo>
                  <a:lnTo>
                    <a:pt x="1018209" y="402958"/>
                  </a:lnTo>
                  <a:lnTo>
                    <a:pt x="1039812" y="388366"/>
                  </a:lnTo>
                  <a:lnTo>
                    <a:pt x="1054354" y="366737"/>
                  </a:lnTo>
                  <a:lnTo>
                    <a:pt x="1059688" y="340233"/>
                  </a:lnTo>
                  <a:lnTo>
                    <a:pt x="1059688" y="68072"/>
                  </a:lnTo>
                  <a:close/>
                </a:path>
              </a:pathLst>
            </a:custGeom>
            <a:solidFill>
              <a:srgbClr val="0091DA"/>
            </a:solidFill>
          </p:spPr>
          <p:txBody>
            <a:bodyPr wrap="square" lIns="0" tIns="0" rIns="0" bIns="0" rtlCol="0"/>
            <a:lstStyle/>
            <a:p>
              <a:endParaRPr dirty="0"/>
            </a:p>
          </p:txBody>
        </p:sp>
        <p:sp>
          <p:nvSpPr>
            <p:cNvPr id="29" name="文字方塊 28">
              <a:extLst>
                <a:ext uri="{FF2B5EF4-FFF2-40B4-BE49-F238E27FC236}">
                  <a16:creationId xmlns:a16="http://schemas.microsoft.com/office/drawing/2014/main" id="{82B18898-6080-9CAC-36A0-B0020A4B6FC5}"/>
                </a:ext>
              </a:extLst>
            </p:cNvPr>
            <p:cNvSpPr txBox="1"/>
            <p:nvPr/>
          </p:nvSpPr>
          <p:spPr>
            <a:xfrm>
              <a:off x="8556254" y="2916656"/>
              <a:ext cx="560608" cy="338554"/>
            </a:xfrm>
            <a:prstGeom prst="rect">
              <a:avLst/>
            </a:prstGeom>
            <a:noFill/>
          </p:spPr>
          <p:txBody>
            <a:bodyPr wrap="square" rtlCol="0">
              <a:spAutoFit/>
            </a:bodyPr>
            <a:lstStyle/>
            <a:p>
              <a:pPr algn="ctr"/>
              <a:r>
                <a:rPr kumimoji="1" lang="en-US" altLang="zh-TW" sz="1600" b="1" dirty="0">
                  <a:solidFill>
                    <a:schemeClr val="bg1"/>
                  </a:solidFill>
                  <a:latin typeface="Trebuchet MS" panose="020B0703020202090204" pitchFamily="34" charset="0"/>
                </a:rPr>
                <a:t>VP</a:t>
              </a:r>
              <a:endParaRPr kumimoji="1" lang="zh-TW" altLang="en-US" sz="1600" b="1" dirty="0">
                <a:solidFill>
                  <a:schemeClr val="bg1"/>
                </a:solidFill>
                <a:latin typeface="Trebuchet MS" panose="020B0703020202090204" pitchFamily="34" charset="0"/>
              </a:endParaRPr>
            </a:p>
          </p:txBody>
        </p:sp>
      </p:grpSp>
      <p:sp>
        <p:nvSpPr>
          <p:cNvPr id="30" name="Rectangle: Rounded Corners 128">
            <a:extLst>
              <a:ext uri="{FF2B5EF4-FFF2-40B4-BE49-F238E27FC236}">
                <a16:creationId xmlns:a16="http://schemas.microsoft.com/office/drawing/2014/main" id="{ECAA21F4-4079-81BB-D7AC-9D34EFF3F911}"/>
              </a:ext>
            </a:extLst>
          </p:cNvPr>
          <p:cNvSpPr/>
          <p:nvPr/>
        </p:nvSpPr>
        <p:spPr>
          <a:xfrm>
            <a:off x="3885604" y="1939876"/>
            <a:ext cx="1030642" cy="291046"/>
          </a:xfrm>
          <a:prstGeom prst="roundRect">
            <a:avLst>
              <a:gd name="adj" fmla="val 50000"/>
            </a:avLst>
          </a:prstGeom>
          <a:gradFill>
            <a:gsLst>
              <a:gs pos="0">
                <a:schemeClr val="accent1"/>
              </a:gs>
              <a:gs pos="100000">
                <a:schemeClr val="tx2"/>
              </a:gs>
            </a:gsLst>
            <a:lin ang="0" scaled="0"/>
          </a:gra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400" b="1" dirty="0">
                <a:solidFill>
                  <a:schemeClr val="bg1"/>
                </a:solidFill>
                <a:effectLst>
                  <a:outerShdw blurRad="38100" dist="38100" dir="2700000" algn="tl">
                    <a:srgbClr val="000000">
                      <a:alpha val="43137"/>
                    </a:srgbClr>
                  </a:outerShdw>
                </a:effectLst>
                <a:latin typeface="Trebuchet MS" panose="020B0703020202090204" pitchFamily="34" charset="0"/>
              </a:rPr>
              <a:t>2025</a:t>
            </a:r>
            <a:r>
              <a:rPr lang="zh-TW" altLang="en-US" sz="1400" b="1" dirty="0">
                <a:solidFill>
                  <a:schemeClr val="bg1"/>
                </a:solidFill>
                <a:effectLst>
                  <a:outerShdw blurRad="38100" dist="38100" dir="2700000" algn="tl">
                    <a:srgbClr val="000000">
                      <a:alpha val="43137"/>
                    </a:srgbClr>
                  </a:outerShdw>
                </a:effectLst>
                <a:latin typeface="Trebuchet MS" panose="020B0703020202090204" pitchFamily="34" charset="0"/>
              </a:rPr>
              <a:t> </a:t>
            </a:r>
            <a:r>
              <a:rPr lang="en-US" altLang="zh-TW" sz="1400" b="1" dirty="0">
                <a:solidFill>
                  <a:schemeClr val="bg1"/>
                </a:solidFill>
                <a:effectLst>
                  <a:outerShdw blurRad="38100" dist="38100" dir="2700000" algn="tl">
                    <a:srgbClr val="000000">
                      <a:alpha val="43137"/>
                    </a:srgbClr>
                  </a:outerShdw>
                </a:effectLst>
                <a:latin typeface="Trebuchet MS" panose="020B0703020202090204" pitchFamily="34" charset="0"/>
              </a:rPr>
              <a:t>MA</a:t>
            </a:r>
          </a:p>
        </p:txBody>
      </p:sp>
      <p:sp>
        <p:nvSpPr>
          <p:cNvPr id="31" name="Rectangle: Rounded Corners 128">
            <a:extLst>
              <a:ext uri="{FF2B5EF4-FFF2-40B4-BE49-F238E27FC236}">
                <a16:creationId xmlns:a16="http://schemas.microsoft.com/office/drawing/2014/main" id="{5F21700A-83D4-E181-B6CC-D59A64332574}"/>
              </a:ext>
            </a:extLst>
          </p:cNvPr>
          <p:cNvSpPr/>
          <p:nvPr/>
        </p:nvSpPr>
        <p:spPr>
          <a:xfrm>
            <a:off x="479510" y="3204400"/>
            <a:ext cx="1030642" cy="291046"/>
          </a:xfrm>
          <a:prstGeom prst="roundRect">
            <a:avLst>
              <a:gd name="adj" fmla="val 50000"/>
            </a:avLst>
          </a:prstGeom>
          <a:gradFill>
            <a:gsLst>
              <a:gs pos="0">
                <a:schemeClr val="accent1"/>
              </a:gs>
              <a:gs pos="100000">
                <a:schemeClr val="tx2"/>
              </a:gs>
            </a:gsLst>
            <a:lin ang="0" scaled="0"/>
          </a:gra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400" b="1" dirty="0">
                <a:solidFill>
                  <a:schemeClr val="bg1"/>
                </a:solidFill>
                <a:effectLst>
                  <a:outerShdw blurRad="38100" dist="38100" dir="2700000" algn="tl">
                    <a:srgbClr val="000000">
                      <a:alpha val="43137"/>
                    </a:srgbClr>
                  </a:outerShdw>
                </a:effectLst>
                <a:latin typeface="Trebuchet MS" panose="020B0703020202090204" pitchFamily="34" charset="0"/>
              </a:rPr>
              <a:t>2026</a:t>
            </a:r>
            <a:r>
              <a:rPr lang="zh-TW" altLang="en-US" sz="1400" b="1" dirty="0">
                <a:solidFill>
                  <a:schemeClr val="bg1"/>
                </a:solidFill>
                <a:effectLst>
                  <a:outerShdw blurRad="38100" dist="38100" dir="2700000" algn="tl">
                    <a:srgbClr val="000000">
                      <a:alpha val="43137"/>
                    </a:srgbClr>
                  </a:outerShdw>
                </a:effectLst>
                <a:latin typeface="Trebuchet MS" panose="020B0703020202090204" pitchFamily="34" charset="0"/>
              </a:rPr>
              <a:t> </a:t>
            </a:r>
            <a:r>
              <a:rPr lang="en-US" altLang="zh-TW" sz="1400" b="1" dirty="0">
                <a:solidFill>
                  <a:schemeClr val="bg1"/>
                </a:solidFill>
                <a:effectLst>
                  <a:outerShdw blurRad="38100" dist="38100" dir="2700000" algn="tl">
                    <a:srgbClr val="000000">
                      <a:alpha val="43137"/>
                    </a:srgbClr>
                  </a:outerShdw>
                </a:effectLst>
                <a:latin typeface="Trebuchet MS" panose="020B0703020202090204" pitchFamily="34" charset="0"/>
              </a:rPr>
              <a:t>MA</a:t>
            </a:r>
          </a:p>
        </p:txBody>
      </p:sp>
      <p:grpSp>
        <p:nvGrpSpPr>
          <p:cNvPr id="33" name="群組 32">
            <a:extLst>
              <a:ext uri="{FF2B5EF4-FFF2-40B4-BE49-F238E27FC236}">
                <a16:creationId xmlns:a16="http://schemas.microsoft.com/office/drawing/2014/main" id="{93FD0EB7-F66D-9416-61F6-D7E5C18F861D}"/>
              </a:ext>
            </a:extLst>
          </p:cNvPr>
          <p:cNvGrpSpPr/>
          <p:nvPr/>
        </p:nvGrpSpPr>
        <p:grpSpPr>
          <a:xfrm>
            <a:off x="8502426" y="2897045"/>
            <a:ext cx="560608" cy="748617"/>
            <a:chOff x="8556254" y="2902225"/>
            <a:chExt cx="560608" cy="748617"/>
          </a:xfrm>
        </p:grpSpPr>
        <p:sp>
          <p:nvSpPr>
            <p:cNvPr id="34" name="object 21">
              <a:extLst>
                <a:ext uri="{FF2B5EF4-FFF2-40B4-BE49-F238E27FC236}">
                  <a16:creationId xmlns:a16="http://schemas.microsoft.com/office/drawing/2014/main" id="{D6CBCAB0-3218-900B-AB9C-23B9ED99A408}"/>
                </a:ext>
              </a:extLst>
            </p:cNvPr>
            <p:cNvSpPr/>
            <p:nvPr/>
          </p:nvSpPr>
          <p:spPr>
            <a:xfrm>
              <a:off x="8556254" y="2902225"/>
              <a:ext cx="560608" cy="748617"/>
            </a:xfrm>
            <a:custGeom>
              <a:avLst/>
              <a:gdLst/>
              <a:ahLst/>
              <a:cxnLst/>
              <a:rect l="l" t="t" r="r" b="b"/>
              <a:pathLst>
                <a:path w="1059814" h="878839">
                  <a:moveTo>
                    <a:pt x="1059688" y="68072"/>
                  </a:moveTo>
                  <a:lnTo>
                    <a:pt x="1054354" y="41579"/>
                  </a:lnTo>
                  <a:lnTo>
                    <a:pt x="1039812" y="19939"/>
                  </a:lnTo>
                  <a:lnTo>
                    <a:pt x="1018209" y="5359"/>
                  </a:lnTo>
                  <a:lnTo>
                    <a:pt x="991743" y="0"/>
                  </a:lnTo>
                  <a:lnTo>
                    <a:pt x="68072" y="0"/>
                  </a:lnTo>
                  <a:lnTo>
                    <a:pt x="41567" y="5359"/>
                  </a:lnTo>
                  <a:lnTo>
                    <a:pt x="19939" y="19939"/>
                  </a:lnTo>
                  <a:lnTo>
                    <a:pt x="5346" y="41579"/>
                  </a:lnTo>
                  <a:lnTo>
                    <a:pt x="0" y="68072"/>
                  </a:lnTo>
                  <a:lnTo>
                    <a:pt x="0" y="340233"/>
                  </a:lnTo>
                  <a:lnTo>
                    <a:pt x="5346" y="366737"/>
                  </a:lnTo>
                  <a:lnTo>
                    <a:pt x="19939" y="388366"/>
                  </a:lnTo>
                  <a:lnTo>
                    <a:pt x="41567" y="402958"/>
                  </a:lnTo>
                  <a:lnTo>
                    <a:pt x="68072" y="408305"/>
                  </a:lnTo>
                  <a:lnTo>
                    <a:pt x="520319" y="408305"/>
                  </a:lnTo>
                  <a:lnTo>
                    <a:pt x="520319" y="804075"/>
                  </a:lnTo>
                  <a:lnTo>
                    <a:pt x="515048" y="805141"/>
                  </a:lnTo>
                  <a:lnTo>
                    <a:pt x="502932" y="813333"/>
                  </a:lnTo>
                  <a:lnTo>
                    <a:pt x="494741" y="825449"/>
                  </a:lnTo>
                  <a:lnTo>
                    <a:pt x="491744" y="840232"/>
                  </a:lnTo>
                  <a:lnTo>
                    <a:pt x="494741" y="855091"/>
                  </a:lnTo>
                  <a:lnTo>
                    <a:pt x="502932" y="867194"/>
                  </a:lnTo>
                  <a:lnTo>
                    <a:pt x="515048" y="875347"/>
                  </a:lnTo>
                  <a:lnTo>
                    <a:pt x="529844" y="878332"/>
                  </a:lnTo>
                  <a:lnTo>
                    <a:pt x="544690" y="875347"/>
                  </a:lnTo>
                  <a:lnTo>
                    <a:pt x="556793" y="867194"/>
                  </a:lnTo>
                  <a:lnTo>
                    <a:pt x="564946" y="855091"/>
                  </a:lnTo>
                  <a:lnTo>
                    <a:pt x="567944" y="840232"/>
                  </a:lnTo>
                  <a:lnTo>
                    <a:pt x="564946" y="825449"/>
                  </a:lnTo>
                  <a:lnTo>
                    <a:pt x="556793" y="813333"/>
                  </a:lnTo>
                  <a:lnTo>
                    <a:pt x="544690" y="805141"/>
                  </a:lnTo>
                  <a:lnTo>
                    <a:pt x="539394" y="804075"/>
                  </a:lnTo>
                  <a:lnTo>
                    <a:pt x="539369" y="840232"/>
                  </a:lnTo>
                  <a:lnTo>
                    <a:pt x="539369" y="804075"/>
                  </a:lnTo>
                  <a:lnTo>
                    <a:pt x="539369" y="802132"/>
                  </a:lnTo>
                  <a:lnTo>
                    <a:pt x="539369" y="408305"/>
                  </a:lnTo>
                  <a:lnTo>
                    <a:pt x="991743" y="408305"/>
                  </a:lnTo>
                  <a:lnTo>
                    <a:pt x="1018209" y="402958"/>
                  </a:lnTo>
                  <a:lnTo>
                    <a:pt x="1039812" y="388366"/>
                  </a:lnTo>
                  <a:lnTo>
                    <a:pt x="1054354" y="366737"/>
                  </a:lnTo>
                  <a:lnTo>
                    <a:pt x="1059688" y="340233"/>
                  </a:lnTo>
                  <a:lnTo>
                    <a:pt x="1059688" y="68072"/>
                  </a:lnTo>
                  <a:close/>
                </a:path>
              </a:pathLst>
            </a:custGeom>
            <a:solidFill>
              <a:srgbClr val="0091DA"/>
            </a:solidFill>
          </p:spPr>
          <p:txBody>
            <a:bodyPr wrap="square" lIns="0" tIns="0" rIns="0" bIns="0" rtlCol="0"/>
            <a:lstStyle/>
            <a:p>
              <a:endParaRPr dirty="0"/>
            </a:p>
          </p:txBody>
        </p:sp>
        <p:sp>
          <p:nvSpPr>
            <p:cNvPr id="35" name="文字方塊 34">
              <a:extLst>
                <a:ext uri="{FF2B5EF4-FFF2-40B4-BE49-F238E27FC236}">
                  <a16:creationId xmlns:a16="http://schemas.microsoft.com/office/drawing/2014/main" id="{AE1D67FE-A342-89ED-BC55-614D4E91FCE5}"/>
                </a:ext>
              </a:extLst>
            </p:cNvPr>
            <p:cNvSpPr txBox="1"/>
            <p:nvPr/>
          </p:nvSpPr>
          <p:spPr>
            <a:xfrm>
              <a:off x="8556254" y="2916656"/>
              <a:ext cx="560608" cy="338554"/>
            </a:xfrm>
            <a:prstGeom prst="rect">
              <a:avLst/>
            </a:prstGeom>
            <a:noFill/>
          </p:spPr>
          <p:txBody>
            <a:bodyPr wrap="square" rtlCol="0">
              <a:spAutoFit/>
            </a:bodyPr>
            <a:lstStyle/>
            <a:p>
              <a:pPr algn="ctr"/>
              <a:r>
                <a:rPr kumimoji="1" lang="en-US" altLang="zh-TW" sz="1600" b="1" dirty="0">
                  <a:solidFill>
                    <a:schemeClr val="bg1"/>
                  </a:solidFill>
                  <a:latin typeface="Trebuchet MS" panose="020B0703020202090204" pitchFamily="34" charset="0"/>
                </a:rPr>
                <a:t>SVP</a:t>
              </a:r>
              <a:endParaRPr kumimoji="1" lang="zh-TW" altLang="en-US" sz="1600" b="1" dirty="0">
                <a:solidFill>
                  <a:schemeClr val="bg1"/>
                </a:solidFill>
                <a:latin typeface="Trebuchet MS" panose="020B0703020202090204" pitchFamily="34" charset="0"/>
              </a:endParaRPr>
            </a:p>
          </p:txBody>
        </p:sp>
      </p:grpSp>
    </p:spTree>
    <p:extLst>
      <p:ext uri="{BB962C8B-B14F-4D97-AF65-F5344CB8AC3E}">
        <p14:creationId xmlns:p14="http://schemas.microsoft.com/office/powerpoint/2010/main" val="2304109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EE4P_MASTERWIZARD_DRAFT" val="0"/>
  <p:tag name="EE4P_LANGUAGE_ID" val="1033"/>
  <p:tag name="EE4P_MASTERWIZARD_MARGINS" val="0"/>
  <p:tag name="THINKCELLUNDODONOTDELETE" val="0"/>
  <p:tag name="THINKCELLPRESENTATIONDONOTDELETE" val="&lt;?xml version=&quot;1.0&quot; encoding=&quot;UTF-16&quot; standalone=&quot;yes&quot;?&gt;&lt;root reqver=&quot;32687&quot;&gt;&lt;version val=&quot;38645&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3&quot;&gt;&lt;elem m_fUsage=&quot;1.00000000000000000000E+00&quot;&gt;&lt;m_msothmcolidx val=&quot;0&quot;/&gt;&lt;m_rgb r=&quot;2F&quot; g=&quot;74&quot; b=&quot;C7&quot;/&gt;&lt;/elem&gt;&lt;elem m_fUsage=&quot;9.00000000000000022204E-01&quot;&gt;&lt;m_msothmcolidx val=&quot;0&quot;/&gt;&lt;m_rgb r=&quot;59&quot; g=&quot;5C&quot; b=&quot;5F&quot;/&gt;&lt;/elem&gt;&lt;elem m_fUsage=&quot;8.10000000000000053291E-01&quot;&gt;&lt;m_msothmcolidx val=&quot;0&quot;/&gt;&lt;m_rgb r=&quot;EE&quot; g=&quot;F1&quot; b=&quot;F1&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4.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4.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7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8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0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0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09.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2.xml><?xml version="1.0" encoding="utf-8"?>
<a:theme xmlns:a="http://schemas.openxmlformats.org/drawingml/2006/main" name="1_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79b1087e-b6e1-495d-b445-e191f6146686" xsi:nil="true"/>
    <_ip_UnifiedCompliancePolicyProperties xmlns="http://schemas.microsoft.com/sharepoint/v3" xsi:nil="true"/>
    <lcf76f155ced4ddcb4097134ff3c332f xmlns="ed596afb-b43d-4b37-9607-5be3046dbb1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88FABD9E627A942B7A0373138464A12" ma:contentTypeVersion="15" ma:contentTypeDescription="Create a new document." ma:contentTypeScope="" ma:versionID="17563c6bda9230eada0075e15a5a535d">
  <xsd:schema xmlns:xsd="http://www.w3.org/2001/XMLSchema" xmlns:xs="http://www.w3.org/2001/XMLSchema" xmlns:p="http://schemas.microsoft.com/office/2006/metadata/properties" xmlns:ns1="http://schemas.microsoft.com/sharepoint/v3" xmlns:ns2="ed596afb-b43d-4b37-9607-5be3046dbb15" xmlns:ns3="79b1087e-b6e1-495d-b445-e191f6146686" targetNamespace="http://schemas.microsoft.com/office/2006/metadata/properties" ma:root="true" ma:fieldsID="79b4063232eedcf30fe786e892e3bb9b" ns1:_="" ns2:_="" ns3:_="">
    <xsd:import namespace="http://schemas.microsoft.com/sharepoint/v3"/>
    <xsd:import namespace="ed596afb-b43d-4b37-9607-5be3046dbb15"/>
    <xsd:import namespace="79b1087e-b6e1-495d-b445-e191f61466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596afb-b43d-4b37-9607-5be3046dbb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b1087e-b6e1-495d-b445-e191f6146686"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8ab5bcf1-aebb-4c90-83a7-d70acacb2f5c}" ma:internalName="TaxCatchAll" ma:showField="CatchAllData" ma:web="79b1087e-b6e1-495d-b445-e191f61466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79C227-D6D2-4881-8DB8-93CC8A99D200}">
  <ds:schemaRefs>
    <ds:schemaRef ds:uri="79b1087e-b6e1-495d-b445-e191f6146686"/>
    <ds:schemaRef ds:uri="ed596afb-b43d-4b37-9607-5be3046dbb1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142F910-8057-4E7D-B8F3-D1AA6583D590}">
  <ds:schemaRefs>
    <ds:schemaRef ds:uri="http://schemas.microsoft.com/sharepoint/v3/contenttype/forms"/>
  </ds:schemaRefs>
</ds:datastoreItem>
</file>

<file path=customXml/itemProps3.xml><?xml version="1.0" encoding="utf-8"?>
<ds:datastoreItem xmlns:ds="http://schemas.openxmlformats.org/officeDocument/2006/customXml" ds:itemID="{E8CEA8BA-AF61-43D6-9684-72F1EC50AAF8}">
  <ds:schemaRefs>
    <ds:schemaRef ds:uri="79b1087e-b6e1-495d-b445-e191f6146686"/>
    <ds:schemaRef ds:uri="ed596afb-b43d-4b37-9607-5be3046dbb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8000</TotalTime>
  <Words>228</Words>
  <Application>Microsoft Macintosh PowerPoint</Application>
  <PresentationFormat>寬螢幕</PresentationFormat>
  <Paragraphs>32</Paragraphs>
  <Slides>6</Slides>
  <Notes>0</Notes>
  <HiddenSlides>0</HiddenSlides>
  <MMClips>0</MMClips>
  <ScaleCrop>false</ScaleCrop>
  <HeadingPairs>
    <vt:vector size="10" baseType="variant">
      <vt:variant>
        <vt:lpstr>使用字型</vt:lpstr>
      </vt:variant>
      <vt:variant>
        <vt:i4>7</vt:i4>
      </vt:variant>
      <vt:variant>
        <vt:lpstr>佈景主題</vt:lpstr>
      </vt:variant>
      <vt:variant>
        <vt:i4>5</vt:i4>
      </vt:variant>
      <vt:variant>
        <vt:lpstr>內嵌 OLE 伺服程式</vt:lpstr>
      </vt:variant>
      <vt:variant>
        <vt:i4>1</vt:i4>
      </vt:variant>
      <vt:variant>
        <vt:lpstr>投影片標題</vt:lpstr>
      </vt:variant>
      <vt:variant>
        <vt:i4>6</vt:i4>
      </vt:variant>
      <vt:variant>
        <vt:lpstr>自訂放映</vt:lpstr>
      </vt:variant>
      <vt:variant>
        <vt:i4>1</vt:i4>
      </vt:variant>
    </vt:vector>
  </HeadingPairs>
  <TitlesOfParts>
    <vt:vector size="20" baseType="lpstr">
      <vt:lpstr>Microsoft JhengHei</vt:lpstr>
      <vt:lpstr>Microsoft YaHei</vt:lpstr>
      <vt:lpstr>Arial</vt:lpstr>
      <vt:lpstr>Calibri</vt:lpstr>
      <vt:lpstr>Symbol</vt:lpstr>
      <vt:lpstr>Trebuchet MS</vt:lpstr>
      <vt:lpstr>Wingdings</vt:lpstr>
      <vt:lpstr>BCG Grid 16:9</vt:lpstr>
      <vt:lpstr>1_BCG Grid 16:9</vt:lpstr>
      <vt:lpstr>Office Theme</vt:lpstr>
      <vt:lpstr>2_Office Theme</vt:lpstr>
      <vt:lpstr>1_Office Theme</vt:lpstr>
      <vt:lpstr>think-cell 幻灯片</vt:lpstr>
      <vt:lpstr>PowerPoint 簡報</vt:lpstr>
      <vt:lpstr>從市場領先出發 打造凱基下一階段競爭優勢</vt:lpstr>
      <vt:lpstr>01｜重新認識凱基 從看見領先成績，到感受市場競爭加劇，再到迎向下一階段的成長布局 </vt:lpstr>
      <vt:lpstr>02｜π 型人才歷練 以專業深度為根基，在關鍵戰略中建立第二能力曲線</vt:lpstr>
      <vt:lpstr>03｜領導力願景 以四大凱基價值為準則，從參與轉型走向帶領成長</vt:lpstr>
      <vt:lpstr>04｜共同展望 把今天的歷練，轉化為下一階段能真正承擔的能力</vt:lpstr>
      <vt:lpstr>Format Guide Workshop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Chang, Annie</dc:creator>
  <cp:keywords/>
  <dc:description/>
  <cp:lastModifiedBy>Aston Lu</cp:lastModifiedBy>
  <cp:revision>23</cp:revision>
  <cp:lastPrinted>2026-04-26T15:24:58Z</cp:lastPrinted>
  <dcterms:created xsi:type="dcterms:W3CDTF">2024-05-20T02:47:19Z</dcterms:created>
  <dcterms:modified xsi:type="dcterms:W3CDTF">2026-09-08T07:19:24Z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2024-05-20T02:47:39Z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9fd07008-143f-4d2c-b685-84eb12c5714b</vt:lpwstr>
  </property>
  <property fmtid="{D5CDD505-2E9C-101B-9397-08002B2CF9AE}" pid="13" name="MSIP_Label_b0d5c4f4-7a29-4385-b7a5-afbe2154ae6f_ContentBits">
    <vt:lpwstr>0</vt:lpwstr>
  </property>
  <property fmtid="{D5CDD505-2E9C-101B-9397-08002B2CF9AE}" pid="14" name="ContentTypeId">
    <vt:lpwstr>0x010100888FABD9E627A942B7A0373138464A12</vt:lpwstr>
  </property>
  <property fmtid="{D5CDD505-2E9C-101B-9397-08002B2CF9AE}" pid="15" name="MediaServiceImageTags">
    <vt:lpwstr/>
  </property>
</Properties>
</file>